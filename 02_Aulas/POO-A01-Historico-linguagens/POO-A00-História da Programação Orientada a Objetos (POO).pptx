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50"/>
    <a:srgbClr val="0367A6"/>
    <a:srgbClr val="033E8C"/>
    <a:srgbClr val="034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5EDC98-D131-4767-B902-58D27BE027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B0B7302-6F3C-489A-AC33-65283D813EAF}">
      <dgm:prSet/>
      <dgm:spPr>
        <a:solidFill>
          <a:srgbClr val="000050"/>
        </a:solidFill>
      </dgm:spPr>
      <dgm:t>
        <a:bodyPr/>
        <a:lstStyle/>
        <a:p>
          <a:r>
            <a:rPr lang="pt-BR"/>
            <a:t>Atualmente um dos paradigmas mais utilizados. </a:t>
          </a:r>
        </a:p>
      </dgm:t>
    </dgm:pt>
    <dgm:pt modelId="{F88FA008-7BF3-49A0-8B8A-7B4AD5875D86}" type="parTrans" cxnId="{EB9DAA70-5B20-4EEA-AEA8-F1BB83DBD82D}">
      <dgm:prSet/>
      <dgm:spPr/>
      <dgm:t>
        <a:bodyPr/>
        <a:lstStyle/>
        <a:p>
          <a:endParaRPr lang="pt-BR"/>
        </a:p>
      </dgm:t>
    </dgm:pt>
    <dgm:pt modelId="{1206F283-9678-4B9F-95B2-D73BAC1F0EDF}" type="sibTrans" cxnId="{EB9DAA70-5B20-4EEA-AEA8-F1BB83DBD82D}">
      <dgm:prSet/>
      <dgm:spPr/>
      <dgm:t>
        <a:bodyPr/>
        <a:lstStyle/>
        <a:p>
          <a:endParaRPr lang="pt-BR"/>
        </a:p>
      </dgm:t>
    </dgm:pt>
    <dgm:pt modelId="{E4B60B1E-B0A1-4D2A-82C0-BAAA75591650}">
      <dgm:prSet/>
      <dgm:spPr>
        <a:solidFill>
          <a:srgbClr val="000050"/>
        </a:solidFill>
      </dgm:spPr>
      <dgm:t>
        <a:bodyPr/>
        <a:lstStyle/>
        <a:p>
          <a:r>
            <a:rPr lang="pt-BR" dirty="0"/>
            <a:t>Ela surgiu como uma solução para os problemas de complexidade encontrados nos sistemas desenvolvidos utilizando programação estruturada. </a:t>
          </a:r>
        </a:p>
      </dgm:t>
    </dgm:pt>
    <dgm:pt modelId="{77A2D31C-6E1E-4E18-9BC8-C5ABA284B798}" type="parTrans" cxnId="{5BD3882D-DB87-452C-9719-BA573C4D860A}">
      <dgm:prSet/>
      <dgm:spPr/>
      <dgm:t>
        <a:bodyPr/>
        <a:lstStyle/>
        <a:p>
          <a:endParaRPr lang="pt-BR"/>
        </a:p>
      </dgm:t>
    </dgm:pt>
    <dgm:pt modelId="{2B54F6F1-727F-4B07-AA80-E4AB99F7EADF}" type="sibTrans" cxnId="{5BD3882D-DB87-452C-9719-BA573C4D860A}">
      <dgm:prSet/>
      <dgm:spPr/>
      <dgm:t>
        <a:bodyPr/>
        <a:lstStyle/>
        <a:p>
          <a:endParaRPr lang="pt-BR"/>
        </a:p>
      </dgm:t>
    </dgm:pt>
    <dgm:pt modelId="{76AB6707-E566-4310-8D30-83B4AA4B6A22}">
      <dgm:prSet/>
      <dgm:spPr>
        <a:solidFill>
          <a:srgbClr val="000050"/>
        </a:solidFill>
      </dgm:spPr>
      <dgm:t>
        <a:bodyPr/>
        <a:lstStyle/>
        <a:p>
          <a:r>
            <a:rPr lang="pt-BR"/>
            <a:t>A ideia principal da POO é aproximar o desenvolvimento de software da forma como os seres humanos enxergam o mundo: através de objetos, características e comportamentos. </a:t>
          </a:r>
        </a:p>
      </dgm:t>
    </dgm:pt>
    <dgm:pt modelId="{88BCD387-D37C-4650-A9CB-E2693EEAF9DF}" type="parTrans" cxnId="{A25769AB-B77F-4656-B00B-5E5C159E14E6}">
      <dgm:prSet/>
      <dgm:spPr/>
      <dgm:t>
        <a:bodyPr/>
        <a:lstStyle/>
        <a:p>
          <a:endParaRPr lang="pt-BR"/>
        </a:p>
      </dgm:t>
    </dgm:pt>
    <dgm:pt modelId="{B5410CCB-5DC6-4EAD-900E-6CA8AAEBB6CA}" type="sibTrans" cxnId="{A25769AB-B77F-4656-B00B-5E5C159E14E6}">
      <dgm:prSet/>
      <dgm:spPr/>
      <dgm:t>
        <a:bodyPr/>
        <a:lstStyle/>
        <a:p>
          <a:endParaRPr lang="pt-BR"/>
        </a:p>
      </dgm:t>
    </dgm:pt>
    <dgm:pt modelId="{9832ED36-8E79-4C31-9F1F-DB2E68036377}" type="pres">
      <dgm:prSet presAssocID="{465EDC98-D131-4767-B902-58D27BE0276A}" presName="linear" presStyleCnt="0">
        <dgm:presLayoutVars>
          <dgm:animLvl val="lvl"/>
          <dgm:resizeHandles val="exact"/>
        </dgm:presLayoutVars>
      </dgm:prSet>
      <dgm:spPr/>
    </dgm:pt>
    <dgm:pt modelId="{DE812FA7-E810-4CD0-B9C1-A3DCFD5D609F}" type="pres">
      <dgm:prSet presAssocID="{2B0B7302-6F3C-489A-AC33-65283D813EA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7B400E5-8159-486F-AAF3-5C853EEDA56E}" type="pres">
      <dgm:prSet presAssocID="{1206F283-9678-4B9F-95B2-D73BAC1F0EDF}" presName="spacer" presStyleCnt="0"/>
      <dgm:spPr/>
    </dgm:pt>
    <dgm:pt modelId="{2EC549EE-D55D-4821-8996-BF044EB0ECB9}" type="pres">
      <dgm:prSet presAssocID="{E4B60B1E-B0A1-4D2A-82C0-BAAA755916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C39B408-7736-4BAF-B0EC-ACAC408ACF56}" type="pres">
      <dgm:prSet presAssocID="{2B54F6F1-727F-4B07-AA80-E4AB99F7EADF}" presName="spacer" presStyleCnt="0"/>
      <dgm:spPr/>
    </dgm:pt>
    <dgm:pt modelId="{17C57206-F3D0-4E15-BFEA-49F07BF45474}" type="pres">
      <dgm:prSet presAssocID="{76AB6707-E566-4310-8D30-83B4AA4B6A2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BD3882D-DB87-452C-9719-BA573C4D860A}" srcId="{465EDC98-D131-4767-B902-58D27BE0276A}" destId="{E4B60B1E-B0A1-4D2A-82C0-BAAA75591650}" srcOrd="1" destOrd="0" parTransId="{77A2D31C-6E1E-4E18-9BC8-C5ABA284B798}" sibTransId="{2B54F6F1-727F-4B07-AA80-E4AB99F7EADF}"/>
    <dgm:cxn modelId="{B3E8652E-2F06-4083-946F-D101D0A741AD}" type="presOf" srcId="{E4B60B1E-B0A1-4D2A-82C0-BAAA75591650}" destId="{2EC549EE-D55D-4821-8996-BF044EB0ECB9}" srcOrd="0" destOrd="0" presId="urn:microsoft.com/office/officeart/2005/8/layout/vList2"/>
    <dgm:cxn modelId="{F00FAA64-CEA9-4050-A7B6-300C45B57ADE}" type="presOf" srcId="{2B0B7302-6F3C-489A-AC33-65283D813EAF}" destId="{DE812FA7-E810-4CD0-B9C1-A3DCFD5D609F}" srcOrd="0" destOrd="0" presId="urn:microsoft.com/office/officeart/2005/8/layout/vList2"/>
    <dgm:cxn modelId="{EB9DAA70-5B20-4EEA-AEA8-F1BB83DBD82D}" srcId="{465EDC98-D131-4767-B902-58D27BE0276A}" destId="{2B0B7302-6F3C-489A-AC33-65283D813EAF}" srcOrd="0" destOrd="0" parTransId="{F88FA008-7BF3-49A0-8B8A-7B4AD5875D86}" sibTransId="{1206F283-9678-4B9F-95B2-D73BAC1F0EDF}"/>
    <dgm:cxn modelId="{A25769AB-B77F-4656-B00B-5E5C159E14E6}" srcId="{465EDC98-D131-4767-B902-58D27BE0276A}" destId="{76AB6707-E566-4310-8D30-83B4AA4B6A22}" srcOrd="2" destOrd="0" parTransId="{88BCD387-D37C-4650-A9CB-E2693EEAF9DF}" sibTransId="{B5410CCB-5DC6-4EAD-900E-6CA8AAEBB6CA}"/>
    <dgm:cxn modelId="{C553A1DD-0F24-4920-8F01-CD26314F4A4C}" type="presOf" srcId="{465EDC98-D131-4767-B902-58D27BE0276A}" destId="{9832ED36-8E79-4C31-9F1F-DB2E68036377}" srcOrd="0" destOrd="0" presId="urn:microsoft.com/office/officeart/2005/8/layout/vList2"/>
    <dgm:cxn modelId="{1DB9FEE7-27CF-45A6-B1DF-09D978C0B5BF}" type="presOf" srcId="{76AB6707-E566-4310-8D30-83B4AA4B6A22}" destId="{17C57206-F3D0-4E15-BFEA-49F07BF45474}" srcOrd="0" destOrd="0" presId="urn:microsoft.com/office/officeart/2005/8/layout/vList2"/>
    <dgm:cxn modelId="{D31EB0BE-9CAC-4EFD-A72D-C4883C1DBF92}" type="presParOf" srcId="{9832ED36-8E79-4C31-9F1F-DB2E68036377}" destId="{DE812FA7-E810-4CD0-B9C1-A3DCFD5D609F}" srcOrd="0" destOrd="0" presId="urn:microsoft.com/office/officeart/2005/8/layout/vList2"/>
    <dgm:cxn modelId="{C4073945-B7FD-4155-A255-7F1928617ADD}" type="presParOf" srcId="{9832ED36-8E79-4C31-9F1F-DB2E68036377}" destId="{E7B400E5-8159-486F-AAF3-5C853EEDA56E}" srcOrd="1" destOrd="0" presId="urn:microsoft.com/office/officeart/2005/8/layout/vList2"/>
    <dgm:cxn modelId="{A10E2B2D-38D7-4017-9D12-4240C862DBA3}" type="presParOf" srcId="{9832ED36-8E79-4C31-9F1F-DB2E68036377}" destId="{2EC549EE-D55D-4821-8996-BF044EB0ECB9}" srcOrd="2" destOrd="0" presId="urn:microsoft.com/office/officeart/2005/8/layout/vList2"/>
    <dgm:cxn modelId="{A7D6BFE8-DE61-4791-AC66-1542DAD425D2}" type="presParOf" srcId="{9832ED36-8E79-4C31-9F1F-DB2E68036377}" destId="{AC39B408-7736-4BAF-B0EC-ACAC408ACF56}" srcOrd="3" destOrd="0" presId="urn:microsoft.com/office/officeart/2005/8/layout/vList2"/>
    <dgm:cxn modelId="{DEDCFA47-18EF-460D-B782-318060FAAF17}" type="presParOf" srcId="{9832ED36-8E79-4C31-9F1F-DB2E68036377}" destId="{17C57206-F3D0-4E15-BFEA-49F07BF4547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3181F2-AE62-4C69-A552-4C28A6CD26B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0A0FFC7-E929-4EEB-AD54-9895AD8A976C}">
      <dgm:prSet/>
      <dgm:spPr/>
      <dgm:t>
        <a:bodyPr/>
        <a:lstStyle/>
        <a:p>
          <a:r>
            <a:rPr lang="pt-BR" dirty="0"/>
            <a:t>Antes da orientação a objetos, predominava a Programação Estruturada.</a:t>
          </a:r>
        </a:p>
      </dgm:t>
    </dgm:pt>
    <dgm:pt modelId="{E98607DA-CB78-426E-98C1-767290406D32}" type="parTrans" cxnId="{8DCBFECD-3579-4008-A3DF-7B7919DB5B80}">
      <dgm:prSet/>
      <dgm:spPr/>
      <dgm:t>
        <a:bodyPr/>
        <a:lstStyle/>
        <a:p>
          <a:endParaRPr lang="pt-BR"/>
        </a:p>
      </dgm:t>
    </dgm:pt>
    <dgm:pt modelId="{E3E4FBCA-FD9C-4CA2-AEFE-2CF75AD0BE5E}" type="sibTrans" cxnId="{8DCBFECD-3579-4008-A3DF-7B7919DB5B80}">
      <dgm:prSet/>
      <dgm:spPr/>
      <dgm:t>
        <a:bodyPr/>
        <a:lstStyle/>
        <a:p>
          <a:endParaRPr lang="pt-BR"/>
        </a:p>
      </dgm:t>
    </dgm:pt>
    <dgm:pt modelId="{F36684AE-808C-45CA-9804-B06859701D78}">
      <dgm:prSet/>
      <dgm:spPr/>
      <dgm:t>
        <a:bodyPr/>
        <a:lstStyle/>
        <a:p>
          <a:r>
            <a:rPr lang="pt-BR" dirty="0"/>
            <a:t>O sistema era dividido em procedimentos e funções; </a:t>
          </a:r>
        </a:p>
      </dgm:t>
    </dgm:pt>
    <dgm:pt modelId="{C2FDFDDA-6BEE-455A-931A-292838203D67}" type="parTrans" cxnId="{7BD98C74-2032-47BA-8562-6C3367632374}">
      <dgm:prSet/>
      <dgm:spPr/>
      <dgm:t>
        <a:bodyPr/>
        <a:lstStyle/>
        <a:p>
          <a:endParaRPr lang="pt-BR"/>
        </a:p>
      </dgm:t>
    </dgm:pt>
    <dgm:pt modelId="{253C6DE6-0BCC-4311-95B6-D91C6AAA45C9}" type="sibTrans" cxnId="{7BD98C74-2032-47BA-8562-6C3367632374}">
      <dgm:prSet/>
      <dgm:spPr/>
      <dgm:t>
        <a:bodyPr/>
        <a:lstStyle/>
        <a:p>
          <a:endParaRPr lang="pt-BR"/>
        </a:p>
      </dgm:t>
    </dgm:pt>
    <dgm:pt modelId="{BCF5E0D1-D393-45BC-A816-4D28E349138F}">
      <dgm:prSet/>
      <dgm:spPr/>
      <dgm:t>
        <a:bodyPr/>
        <a:lstStyle/>
        <a:p>
          <a:r>
            <a:rPr lang="pt-BR" dirty="0"/>
            <a:t>Os dados eram manipulados globalmente; </a:t>
          </a:r>
        </a:p>
      </dgm:t>
    </dgm:pt>
    <dgm:pt modelId="{2758136C-1C69-48EC-A332-32EA1000BDC3}" type="parTrans" cxnId="{4A8C52A7-BFED-4CC3-9D9B-D82BF8652C4A}">
      <dgm:prSet/>
      <dgm:spPr/>
      <dgm:t>
        <a:bodyPr/>
        <a:lstStyle/>
        <a:p>
          <a:endParaRPr lang="pt-BR"/>
        </a:p>
      </dgm:t>
    </dgm:pt>
    <dgm:pt modelId="{1D1D14AE-EF65-446E-88DB-B8CBDBC9C217}" type="sibTrans" cxnId="{4A8C52A7-BFED-4CC3-9D9B-D82BF8652C4A}">
      <dgm:prSet/>
      <dgm:spPr/>
      <dgm:t>
        <a:bodyPr/>
        <a:lstStyle/>
        <a:p>
          <a:endParaRPr lang="pt-BR"/>
        </a:p>
      </dgm:t>
    </dgm:pt>
    <dgm:pt modelId="{6978E844-C34F-41C2-94F1-ED7D46ABC6DE}">
      <dgm:prSet/>
      <dgm:spPr/>
      <dgm:t>
        <a:bodyPr/>
        <a:lstStyle/>
        <a:p>
          <a:r>
            <a:rPr lang="pt-BR" dirty="0"/>
            <a:t>O foco estava na sequência lógica das instruções; </a:t>
          </a:r>
        </a:p>
      </dgm:t>
    </dgm:pt>
    <dgm:pt modelId="{540B52B6-BECF-4670-9AB2-845B8BA80FA9}" type="parTrans" cxnId="{61CF348C-1A8C-4270-9F56-1AF8C11C037A}">
      <dgm:prSet/>
      <dgm:spPr/>
      <dgm:t>
        <a:bodyPr/>
        <a:lstStyle/>
        <a:p>
          <a:endParaRPr lang="pt-BR"/>
        </a:p>
      </dgm:t>
    </dgm:pt>
    <dgm:pt modelId="{7E06C98B-9C44-42AC-8BCE-D407120F8A91}" type="sibTrans" cxnId="{61CF348C-1A8C-4270-9F56-1AF8C11C037A}">
      <dgm:prSet/>
      <dgm:spPr/>
      <dgm:t>
        <a:bodyPr/>
        <a:lstStyle/>
        <a:p>
          <a:endParaRPr lang="pt-BR"/>
        </a:p>
      </dgm:t>
    </dgm:pt>
    <dgm:pt modelId="{009CBB39-FB9C-45AC-9F93-C523DA8CFF37}">
      <dgm:prSet/>
      <dgm:spPr/>
      <dgm:t>
        <a:bodyPr/>
        <a:lstStyle/>
        <a:p>
          <a:r>
            <a:rPr lang="pt-BR" dirty="0"/>
            <a:t>O programa era executado de forma procedural e sequencial. </a:t>
          </a:r>
        </a:p>
      </dgm:t>
    </dgm:pt>
    <dgm:pt modelId="{752903ED-36BA-4017-BD77-5F6600982984}" type="parTrans" cxnId="{83C1E34D-1016-4DDF-87A9-60109619F7E5}">
      <dgm:prSet/>
      <dgm:spPr/>
      <dgm:t>
        <a:bodyPr/>
        <a:lstStyle/>
        <a:p>
          <a:endParaRPr lang="pt-BR"/>
        </a:p>
      </dgm:t>
    </dgm:pt>
    <dgm:pt modelId="{3D470983-35DF-456E-B9B1-6D5295DF5E06}" type="sibTrans" cxnId="{83C1E34D-1016-4DDF-87A9-60109619F7E5}">
      <dgm:prSet/>
      <dgm:spPr/>
      <dgm:t>
        <a:bodyPr/>
        <a:lstStyle/>
        <a:p>
          <a:endParaRPr lang="pt-BR"/>
        </a:p>
      </dgm:t>
    </dgm:pt>
    <dgm:pt modelId="{C8B37572-DB35-42A8-BA2E-6DE90048AF4A}">
      <dgm:prSet/>
      <dgm:spPr/>
      <dgm:t>
        <a:bodyPr/>
        <a:lstStyle/>
        <a:p>
          <a:r>
            <a:rPr lang="pt-BR" dirty="0"/>
            <a:t>A linguagem C tornou-se o maior símbolo desse paradigma. </a:t>
          </a:r>
        </a:p>
      </dgm:t>
    </dgm:pt>
    <dgm:pt modelId="{19338784-CD54-4766-9510-C7F55AC5CBBB}" type="parTrans" cxnId="{EBB4699F-E370-4655-B502-43F55ED34D57}">
      <dgm:prSet/>
      <dgm:spPr/>
      <dgm:t>
        <a:bodyPr/>
        <a:lstStyle/>
        <a:p>
          <a:endParaRPr lang="pt-BR"/>
        </a:p>
      </dgm:t>
    </dgm:pt>
    <dgm:pt modelId="{DE53E253-FBB8-4008-8920-B82BE0727215}" type="sibTrans" cxnId="{EBB4699F-E370-4655-B502-43F55ED34D57}">
      <dgm:prSet/>
      <dgm:spPr/>
      <dgm:t>
        <a:bodyPr/>
        <a:lstStyle/>
        <a:p>
          <a:endParaRPr lang="pt-BR"/>
        </a:p>
      </dgm:t>
    </dgm:pt>
    <dgm:pt modelId="{74626E2B-EC2B-43AB-BC60-A3A62A4FDDD2}">
      <dgm:prSet/>
      <dgm:spPr/>
      <dgm:t>
        <a:bodyPr/>
        <a:lstStyle/>
        <a:p>
          <a:r>
            <a:rPr lang="pt-BR" b="1"/>
            <a:t>Características da Programação Estruturada</a:t>
          </a:r>
          <a:endParaRPr lang="pt-BR"/>
        </a:p>
      </dgm:t>
    </dgm:pt>
    <dgm:pt modelId="{1233B29E-D6DD-4CFC-B840-06D925F391B8}" type="parTrans" cxnId="{854DEAFB-D42B-463E-8BF1-68200A80C7BD}">
      <dgm:prSet/>
      <dgm:spPr/>
      <dgm:t>
        <a:bodyPr/>
        <a:lstStyle/>
        <a:p>
          <a:endParaRPr lang="pt-BR"/>
        </a:p>
      </dgm:t>
    </dgm:pt>
    <dgm:pt modelId="{203CF895-8B15-4373-9758-882208606E4B}" type="sibTrans" cxnId="{854DEAFB-D42B-463E-8BF1-68200A80C7BD}">
      <dgm:prSet/>
      <dgm:spPr/>
      <dgm:t>
        <a:bodyPr/>
        <a:lstStyle/>
        <a:p>
          <a:endParaRPr lang="pt-BR"/>
        </a:p>
      </dgm:t>
    </dgm:pt>
    <dgm:pt modelId="{B6126729-B79B-4D7B-A9BE-D4DEAB661368}">
      <dgm:prSet/>
      <dgm:spPr/>
      <dgm:t>
        <a:bodyPr/>
        <a:lstStyle/>
        <a:p>
          <a:r>
            <a:rPr lang="pt-BR" dirty="0"/>
            <a:t>Alta performance; </a:t>
          </a:r>
        </a:p>
      </dgm:t>
    </dgm:pt>
    <dgm:pt modelId="{EA43E5AA-A47C-494D-B88A-48C1DE6FB5D4}" type="parTrans" cxnId="{228D897E-5B1C-48B4-BB96-CCE6F11F6632}">
      <dgm:prSet/>
      <dgm:spPr/>
      <dgm:t>
        <a:bodyPr/>
        <a:lstStyle/>
        <a:p>
          <a:endParaRPr lang="pt-BR"/>
        </a:p>
      </dgm:t>
    </dgm:pt>
    <dgm:pt modelId="{446FC54C-0871-4CA4-90BB-110E5719DA36}" type="sibTrans" cxnId="{228D897E-5B1C-48B4-BB96-CCE6F11F6632}">
      <dgm:prSet/>
      <dgm:spPr/>
      <dgm:t>
        <a:bodyPr/>
        <a:lstStyle/>
        <a:p>
          <a:endParaRPr lang="pt-BR"/>
        </a:p>
      </dgm:t>
    </dgm:pt>
    <dgm:pt modelId="{63774F43-FD7A-4A4F-9637-62A71319B001}">
      <dgm:prSet/>
      <dgm:spPr/>
      <dgm:t>
        <a:bodyPr/>
        <a:lstStyle/>
        <a:p>
          <a:r>
            <a:rPr lang="pt-BR" dirty="0"/>
            <a:t>Controle próximo ao hardware; </a:t>
          </a:r>
        </a:p>
      </dgm:t>
    </dgm:pt>
    <dgm:pt modelId="{1F969395-83AA-4B14-8204-5F6067FA6390}" type="parTrans" cxnId="{8F97EA08-D44E-4F5E-8B18-AE630741D567}">
      <dgm:prSet/>
      <dgm:spPr/>
      <dgm:t>
        <a:bodyPr/>
        <a:lstStyle/>
        <a:p>
          <a:endParaRPr lang="pt-BR"/>
        </a:p>
      </dgm:t>
    </dgm:pt>
    <dgm:pt modelId="{4E7A7EED-3C01-43E6-AA85-593944CAD1AD}" type="sibTrans" cxnId="{8F97EA08-D44E-4F5E-8B18-AE630741D567}">
      <dgm:prSet/>
      <dgm:spPr/>
      <dgm:t>
        <a:bodyPr/>
        <a:lstStyle/>
        <a:p>
          <a:endParaRPr lang="pt-BR"/>
        </a:p>
      </dgm:t>
    </dgm:pt>
    <dgm:pt modelId="{DB856811-7D28-46B7-AB1B-0444CCF6C84F}">
      <dgm:prSet/>
      <dgm:spPr/>
      <dgm:t>
        <a:bodyPr/>
        <a:lstStyle/>
        <a:p>
          <a:r>
            <a:rPr lang="pt-BR" dirty="0"/>
            <a:t>Execução rápida; </a:t>
          </a:r>
        </a:p>
      </dgm:t>
    </dgm:pt>
    <dgm:pt modelId="{D0CC0B46-653F-4337-AA73-53ABDC8FF443}" type="parTrans" cxnId="{E48A24C7-07A7-46FB-90DF-08D359139503}">
      <dgm:prSet/>
      <dgm:spPr/>
      <dgm:t>
        <a:bodyPr/>
        <a:lstStyle/>
        <a:p>
          <a:endParaRPr lang="pt-BR"/>
        </a:p>
      </dgm:t>
    </dgm:pt>
    <dgm:pt modelId="{0F543020-EFEC-40F1-8073-640FCD1919E9}" type="sibTrans" cxnId="{E48A24C7-07A7-46FB-90DF-08D359139503}">
      <dgm:prSet/>
      <dgm:spPr/>
      <dgm:t>
        <a:bodyPr/>
        <a:lstStyle/>
        <a:p>
          <a:endParaRPr lang="pt-BR"/>
        </a:p>
      </dgm:t>
    </dgm:pt>
    <dgm:pt modelId="{876E9952-DA8B-4054-AD31-1931BC52F340}">
      <dgm:prSet/>
      <dgm:spPr/>
      <dgm:t>
        <a:bodyPr/>
        <a:lstStyle/>
        <a:p>
          <a:r>
            <a:rPr lang="pt-BR" dirty="0"/>
            <a:t>Boa para sistemas embarcados; </a:t>
          </a:r>
        </a:p>
      </dgm:t>
    </dgm:pt>
    <dgm:pt modelId="{3E2EF484-372D-43BF-8E21-83E24619DA6F}" type="parTrans" cxnId="{3F558375-9472-4545-B219-132986AB52F2}">
      <dgm:prSet/>
      <dgm:spPr/>
      <dgm:t>
        <a:bodyPr/>
        <a:lstStyle/>
        <a:p>
          <a:endParaRPr lang="pt-BR"/>
        </a:p>
      </dgm:t>
    </dgm:pt>
    <dgm:pt modelId="{199CA615-E994-4C42-A269-B18DCFB30137}" type="sibTrans" cxnId="{3F558375-9472-4545-B219-132986AB52F2}">
      <dgm:prSet/>
      <dgm:spPr/>
      <dgm:t>
        <a:bodyPr/>
        <a:lstStyle/>
        <a:p>
          <a:endParaRPr lang="pt-BR"/>
        </a:p>
      </dgm:t>
    </dgm:pt>
    <dgm:pt modelId="{ED4BBE88-A671-43E8-88E7-378B7F8B2EF7}">
      <dgm:prSet/>
      <dgm:spPr/>
      <dgm:t>
        <a:bodyPr/>
        <a:lstStyle/>
        <a:p>
          <a:r>
            <a:rPr lang="pt-BR" dirty="0"/>
            <a:t>Difícil manutenção em sistemas grandes. </a:t>
          </a:r>
        </a:p>
      </dgm:t>
    </dgm:pt>
    <dgm:pt modelId="{364AF5F9-DB6F-4974-84A7-D6D89BD5B1BF}" type="parTrans" cxnId="{B03F0252-D8A4-40F6-8E52-D7ED7A86AF63}">
      <dgm:prSet/>
      <dgm:spPr/>
      <dgm:t>
        <a:bodyPr/>
        <a:lstStyle/>
        <a:p>
          <a:endParaRPr lang="pt-BR"/>
        </a:p>
      </dgm:t>
    </dgm:pt>
    <dgm:pt modelId="{989F985D-901B-4DF6-AF89-F64D62A05232}" type="sibTrans" cxnId="{B03F0252-D8A4-40F6-8E52-D7ED7A86AF63}">
      <dgm:prSet/>
      <dgm:spPr/>
      <dgm:t>
        <a:bodyPr/>
        <a:lstStyle/>
        <a:p>
          <a:endParaRPr lang="pt-BR"/>
        </a:p>
      </dgm:t>
    </dgm:pt>
    <dgm:pt modelId="{057F165C-1AAC-4C65-ABB4-0861EA70D028}" type="pres">
      <dgm:prSet presAssocID="{0E3181F2-AE62-4C69-A552-4C28A6CD26B6}" presName="linear" presStyleCnt="0">
        <dgm:presLayoutVars>
          <dgm:animLvl val="lvl"/>
          <dgm:resizeHandles val="exact"/>
        </dgm:presLayoutVars>
      </dgm:prSet>
      <dgm:spPr/>
    </dgm:pt>
    <dgm:pt modelId="{B46287B5-C402-4988-84F2-84CE13D48110}" type="pres">
      <dgm:prSet presAssocID="{E0A0FFC7-E929-4EEB-AD54-9895AD8A976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590B147-9E12-43D1-B315-9A2E9A82428E}" type="pres">
      <dgm:prSet presAssocID="{E0A0FFC7-E929-4EEB-AD54-9895AD8A976C}" presName="childText" presStyleLbl="revTx" presStyleIdx="0" presStyleCnt="2">
        <dgm:presLayoutVars>
          <dgm:bulletEnabled val="1"/>
        </dgm:presLayoutVars>
      </dgm:prSet>
      <dgm:spPr/>
    </dgm:pt>
    <dgm:pt modelId="{8D162B45-C8FE-495E-BF6E-F6A5F630CD5B}" type="pres">
      <dgm:prSet presAssocID="{74626E2B-EC2B-43AB-BC60-A3A62A4FDDD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3D9D41F-2669-46DD-AD90-F01128F4179E}" type="pres">
      <dgm:prSet presAssocID="{74626E2B-EC2B-43AB-BC60-A3A62A4FDDD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CDB1705-37E3-4D8E-8221-DDB32FD599C7}" type="presOf" srcId="{B6126729-B79B-4D7B-A9BE-D4DEAB661368}" destId="{A3D9D41F-2669-46DD-AD90-F01128F4179E}" srcOrd="0" destOrd="0" presId="urn:microsoft.com/office/officeart/2005/8/layout/vList2"/>
    <dgm:cxn modelId="{8F97EA08-D44E-4F5E-8B18-AE630741D567}" srcId="{74626E2B-EC2B-43AB-BC60-A3A62A4FDDD2}" destId="{63774F43-FD7A-4A4F-9637-62A71319B001}" srcOrd="1" destOrd="0" parTransId="{1F969395-83AA-4B14-8204-5F6067FA6390}" sibTransId="{4E7A7EED-3C01-43E6-AA85-593944CAD1AD}"/>
    <dgm:cxn modelId="{BF1BE937-B4F1-42DC-AF46-2A139A28A7CD}" type="presOf" srcId="{BCF5E0D1-D393-45BC-A816-4D28E349138F}" destId="{0590B147-9E12-43D1-B315-9A2E9A82428E}" srcOrd="0" destOrd="1" presId="urn:microsoft.com/office/officeart/2005/8/layout/vList2"/>
    <dgm:cxn modelId="{E7ADBE64-E2F3-4353-8FE8-785CDBE0FA4C}" type="presOf" srcId="{E0A0FFC7-E929-4EEB-AD54-9895AD8A976C}" destId="{B46287B5-C402-4988-84F2-84CE13D48110}" srcOrd="0" destOrd="0" presId="urn:microsoft.com/office/officeart/2005/8/layout/vList2"/>
    <dgm:cxn modelId="{83C1E34D-1016-4DDF-87A9-60109619F7E5}" srcId="{E0A0FFC7-E929-4EEB-AD54-9895AD8A976C}" destId="{009CBB39-FB9C-45AC-9F93-C523DA8CFF37}" srcOrd="3" destOrd="0" parTransId="{752903ED-36BA-4017-BD77-5F6600982984}" sibTransId="{3D470983-35DF-456E-B9B1-6D5295DF5E06}"/>
    <dgm:cxn modelId="{B03F0252-D8A4-40F6-8E52-D7ED7A86AF63}" srcId="{74626E2B-EC2B-43AB-BC60-A3A62A4FDDD2}" destId="{ED4BBE88-A671-43E8-88E7-378B7F8B2EF7}" srcOrd="4" destOrd="0" parTransId="{364AF5F9-DB6F-4974-84A7-D6D89BD5B1BF}" sibTransId="{989F985D-901B-4DF6-AF89-F64D62A05232}"/>
    <dgm:cxn modelId="{47A29753-40B6-49BF-A399-FF47A4853B0B}" type="presOf" srcId="{ED4BBE88-A671-43E8-88E7-378B7F8B2EF7}" destId="{A3D9D41F-2669-46DD-AD90-F01128F4179E}" srcOrd="0" destOrd="4" presId="urn:microsoft.com/office/officeart/2005/8/layout/vList2"/>
    <dgm:cxn modelId="{E98B0754-D0F2-408D-B565-6283EB0A689D}" type="presOf" srcId="{0E3181F2-AE62-4C69-A552-4C28A6CD26B6}" destId="{057F165C-1AAC-4C65-ABB4-0861EA70D028}" srcOrd="0" destOrd="0" presId="urn:microsoft.com/office/officeart/2005/8/layout/vList2"/>
    <dgm:cxn modelId="{7BD98C74-2032-47BA-8562-6C3367632374}" srcId="{E0A0FFC7-E929-4EEB-AD54-9895AD8A976C}" destId="{F36684AE-808C-45CA-9804-B06859701D78}" srcOrd="0" destOrd="0" parTransId="{C2FDFDDA-6BEE-455A-931A-292838203D67}" sibTransId="{253C6DE6-0BCC-4311-95B6-D91C6AAA45C9}"/>
    <dgm:cxn modelId="{3F558375-9472-4545-B219-132986AB52F2}" srcId="{74626E2B-EC2B-43AB-BC60-A3A62A4FDDD2}" destId="{876E9952-DA8B-4054-AD31-1931BC52F340}" srcOrd="3" destOrd="0" parTransId="{3E2EF484-372D-43BF-8E21-83E24619DA6F}" sibTransId="{199CA615-E994-4C42-A269-B18DCFB30137}"/>
    <dgm:cxn modelId="{BCEB5E77-0B8B-4FAD-B9C6-977F7B96CFE8}" type="presOf" srcId="{009CBB39-FB9C-45AC-9F93-C523DA8CFF37}" destId="{0590B147-9E12-43D1-B315-9A2E9A82428E}" srcOrd="0" destOrd="3" presId="urn:microsoft.com/office/officeart/2005/8/layout/vList2"/>
    <dgm:cxn modelId="{228D897E-5B1C-48B4-BB96-CCE6F11F6632}" srcId="{74626E2B-EC2B-43AB-BC60-A3A62A4FDDD2}" destId="{B6126729-B79B-4D7B-A9BE-D4DEAB661368}" srcOrd="0" destOrd="0" parTransId="{EA43E5AA-A47C-494D-B88A-48C1DE6FB5D4}" sibTransId="{446FC54C-0871-4CA4-90BB-110E5719DA36}"/>
    <dgm:cxn modelId="{61CF348C-1A8C-4270-9F56-1AF8C11C037A}" srcId="{E0A0FFC7-E929-4EEB-AD54-9895AD8A976C}" destId="{6978E844-C34F-41C2-94F1-ED7D46ABC6DE}" srcOrd="2" destOrd="0" parTransId="{540B52B6-BECF-4670-9AB2-845B8BA80FA9}" sibTransId="{7E06C98B-9C44-42AC-8BCE-D407120F8A91}"/>
    <dgm:cxn modelId="{EBB4699F-E370-4655-B502-43F55ED34D57}" srcId="{E0A0FFC7-E929-4EEB-AD54-9895AD8A976C}" destId="{C8B37572-DB35-42A8-BA2E-6DE90048AF4A}" srcOrd="4" destOrd="0" parTransId="{19338784-CD54-4766-9510-C7F55AC5CBBB}" sibTransId="{DE53E253-FBB8-4008-8920-B82BE0727215}"/>
    <dgm:cxn modelId="{4A8C52A7-BFED-4CC3-9D9B-D82BF8652C4A}" srcId="{E0A0FFC7-E929-4EEB-AD54-9895AD8A976C}" destId="{BCF5E0D1-D393-45BC-A816-4D28E349138F}" srcOrd="1" destOrd="0" parTransId="{2758136C-1C69-48EC-A332-32EA1000BDC3}" sibTransId="{1D1D14AE-EF65-446E-88DB-B8CBDBC9C217}"/>
    <dgm:cxn modelId="{01E9FEBD-CB71-426D-861C-2081BD0596DC}" type="presOf" srcId="{74626E2B-EC2B-43AB-BC60-A3A62A4FDDD2}" destId="{8D162B45-C8FE-495E-BF6E-F6A5F630CD5B}" srcOrd="0" destOrd="0" presId="urn:microsoft.com/office/officeart/2005/8/layout/vList2"/>
    <dgm:cxn modelId="{E48A24C7-07A7-46FB-90DF-08D359139503}" srcId="{74626E2B-EC2B-43AB-BC60-A3A62A4FDDD2}" destId="{DB856811-7D28-46B7-AB1B-0444CCF6C84F}" srcOrd="2" destOrd="0" parTransId="{D0CC0B46-653F-4337-AA73-53ABDC8FF443}" sibTransId="{0F543020-EFEC-40F1-8073-640FCD1919E9}"/>
    <dgm:cxn modelId="{4C9930C7-F668-4EC5-9D81-E3F619893078}" type="presOf" srcId="{876E9952-DA8B-4054-AD31-1931BC52F340}" destId="{A3D9D41F-2669-46DD-AD90-F01128F4179E}" srcOrd="0" destOrd="3" presId="urn:microsoft.com/office/officeart/2005/8/layout/vList2"/>
    <dgm:cxn modelId="{D54F6BCD-B77E-4094-8A93-11D53231FDCA}" type="presOf" srcId="{C8B37572-DB35-42A8-BA2E-6DE90048AF4A}" destId="{0590B147-9E12-43D1-B315-9A2E9A82428E}" srcOrd="0" destOrd="4" presId="urn:microsoft.com/office/officeart/2005/8/layout/vList2"/>
    <dgm:cxn modelId="{8DCBFECD-3579-4008-A3DF-7B7919DB5B80}" srcId="{0E3181F2-AE62-4C69-A552-4C28A6CD26B6}" destId="{E0A0FFC7-E929-4EEB-AD54-9895AD8A976C}" srcOrd="0" destOrd="0" parTransId="{E98607DA-CB78-426E-98C1-767290406D32}" sibTransId="{E3E4FBCA-FD9C-4CA2-AEFE-2CF75AD0BE5E}"/>
    <dgm:cxn modelId="{DFA064E1-9863-47B7-A7F1-267327B5D692}" type="presOf" srcId="{DB856811-7D28-46B7-AB1B-0444CCF6C84F}" destId="{A3D9D41F-2669-46DD-AD90-F01128F4179E}" srcOrd="0" destOrd="2" presId="urn:microsoft.com/office/officeart/2005/8/layout/vList2"/>
    <dgm:cxn modelId="{EF0C74EB-587B-431D-AF1B-85CD9EC073A9}" type="presOf" srcId="{6978E844-C34F-41C2-94F1-ED7D46ABC6DE}" destId="{0590B147-9E12-43D1-B315-9A2E9A82428E}" srcOrd="0" destOrd="2" presId="urn:microsoft.com/office/officeart/2005/8/layout/vList2"/>
    <dgm:cxn modelId="{A5AD51F7-A5AD-4BAF-BF3F-4AE3D98B4F46}" type="presOf" srcId="{F36684AE-808C-45CA-9804-B06859701D78}" destId="{0590B147-9E12-43D1-B315-9A2E9A82428E}" srcOrd="0" destOrd="0" presId="urn:microsoft.com/office/officeart/2005/8/layout/vList2"/>
    <dgm:cxn modelId="{B51774F8-2204-4B7E-8A3E-6D8412F2BE94}" type="presOf" srcId="{63774F43-FD7A-4A4F-9637-62A71319B001}" destId="{A3D9D41F-2669-46DD-AD90-F01128F4179E}" srcOrd="0" destOrd="1" presId="urn:microsoft.com/office/officeart/2005/8/layout/vList2"/>
    <dgm:cxn modelId="{854DEAFB-D42B-463E-8BF1-68200A80C7BD}" srcId="{0E3181F2-AE62-4C69-A552-4C28A6CD26B6}" destId="{74626E2B-EC2B-43AB-BC60-A3A62A4FDDD2}" srcOrd="1" destOrd="0" parTransId="{1233B29E-D6DD-4CFC-B840-06D925F391B8}" sibTransId="{203CF895-8B15-4373-9758-882208606E4B}"/>
    <dgm:cxn modelId="{D92993FD-51AD-4354-8EFB-7436FB04963F}" type="presParOf" srcId="{057F165C-1AAC-4C65-ABB4-0861EA70D028}" destId="{B46287B5-C402-4988-84F2-84CE13D48110}" srcOrd="0" destOrd="0" presId="urn:microsoft.com/office/officeart/2005/8/layout/vList2"/>
    <dgm:cxn modelId="{DCF1FF12-62EA-42CF-BFF2-F06CD9D5BF36}" type="presParOf" srcId="{057F165C-1AAC-4C65-ABB4-0861EA70D028}" destId="{0590B147-9E12-43D1-B315-9A2E9A82428E}" srcOrd="1" destOrd="0" presId="urn:microsoft.com/office/officeart/2005/8/layout/vList2"/>
    <dgm:cxn modelId="{93A7E2AB-1052-41CC-BAA7-89EAC3B66BF6}" type="presParOf" srcId="{057F165C-1AAC-4C65-ABB4-0861EA70D028}" destId="{8D162B45-C8FE-495E-BF6E-F6A5F630CD5B}" srcOrd="2" destOrd="0" presId="urn:microsoft.com/office/officeart/2005/8/layout/vList2"/>
    <dgm:cxn modelId="{B7D40A33-FB24-4B5D-BF80-3EB6F0B3F5EE}" type="presParOf" srcId="{057F165C-1AAC-4C65-ABB4-0861EA70D028}" destId="{A3D9D41F-2669-46DD-AD90-F01128F4179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DF995F-9D85-4165-A7A6-C952775520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96B73DF-F150-4CFA-B028-EAC716FB5DBF}">
      <dgm:prSet/>
      <dgm:spPr/>
      <dgm:t>
        <a:bodyPr/>
        <a:lstStyle/>
        <a:p>
          <a:r>
            <a:rPr lang="pt-BR" dirty="0"/>
            <a:t>Na década de 1960, os sistemas começaram a crescer muito em complexidade.</a:t>
          </a:r>
        </a:p>
      </dgm:t>
    </dgm:pt>
    <dgm:pt modelId="{9C68AA45-67B4-4E99-95E2-2368C28C1A79}" type="parTrans" cxnId="{5DC31CDA-A1BD-4ACF-B050-9E870E5A8D2D}">
      <dgm:prSet/>
      <dgm:spPr/>
      <dgm:t>
        <a:bodyPr/>
        <a:lstStyle/>
        <a:p>
          <a:endParaRPr lang="pt-BR"/>
        </a:p>
      </dgm:t>
    </dgm:pt>
    <dgm:pt modelId="{D493A95D-CA2D-407A-8D12-44E2A24DF187}" type="sibTrans" cxnId="{5DC31CDA-A1BD-4ACF-B050-9E870E5A8D2D}">
      <dgm:prSet/>
      <dgm:spPr/>
      <dgm:t>
        <a:bodyPr/>
        <a:lstStyle/>
        <a:p>
          <a:endParaRPr lang="pt-BR"/>
        </a:p>
      </dgm:t>
    </dgm:pt>
    <dgm:pt modelId="{28ED02BC-64A8-4399-8EE6-7EF9E6975562}">
      <dgm:prSet/>
      <dgm:spPr/>
      <dgm:t>
        <a:bodyPr/>
        <a:lstStyle/>
        <a:p>
          <a:r>
            <a:rPr lang="pt-BR" dirty="0"/>
            <a:t>Os programadores começaram a enfrentar problemas como:</a:t>
          </a:r>
        </a:p>
      </dgm:t>
    </dgm:pt>
    <dgm:pt modelId="{63AE3896-AA78-4967-B960-C1A6E7500223}" type="parTrans" cxnId="{D955F712-D528-4AC2-8F14-6C638587206A}">
      <dgm:prSet/>
      <dgm:spPr/>
      <dgm:t>
        <a:bodyPr/>
        <a:lstStyle/>
        <a:p>
          <a:endParaRPr lang="pt-BR"/>
        </a:p>
      </dgm:t>
    </dgm:pt>
    <dgm:pt modelId="{DE0E9056-D76E-487B-98CA-10FD893DD0AE}" type="sibTrans" cxnId="{D955F712-D528-4AC2-8F14-6C638587206A}">
      <dgm:prSet/>
      <dgm:spPr/>
      <dgm:t>
        <a:bodyPr/>
        <a:lstStyle/>
        <a:p>
          <a:endParaRPr lang="pt-BR"/>
        </a:p>
      </dgm:t>
    </dgm:pt>
    <dgm:pt modelId="{2315F240-F96A-4099-A1C0-BF6DBB96120D}">
      <dgm:prSet/>
      <dgm:spPr/>
      <dgm:t>
        <a:bodyPr/>
        <a:lstStyle/>
        <a:p>
          <a:r>
            <a:rPr lang="pt-BR" dirty="0"/>
            <a:t>Dificuldade de manutenção; </a:t>
          </a:r>
        </a:p>
      </dgm:t>
    </dgm:pt>
    <dgm:pt modelId="{68A40B0C-33A0-4009-9ABB-55C6B768E8A4}" type="parTrans" cxnId="{E8653660-807A-44A2-8C73-B93C48FD6DC2}">
      <dgm:prSet/>
      <dgm:spPr/>
      <dgm:t>
        <a:bodyPr/>
        <a:lstStyle/>
        <a:p>
          <a:endParaRPr lang="pt-BR"/>
        </a:p>
      </dgm:t>
    </dgm:pt>
    <dgm:pt modelId="{A1179636-D589-4F41-AF2E-A860D5AD7DE5}" type="sibTrans" cxnId="{E8653660-807A-44A2-8C73-B93C48FD6DC2}">
      <dgm:prSet/>
      <dgm:spPr/>
      <dgm:t>
        <a:bodyPr/>
        <a:lstStyle/>
        <a:p>
          <a:endParaRPr lang="pt-BR"/>
        </a:p>
      </dgm:t>
    </dgm:pt>
    <dgm:pt modelId="{21DF31E4-9E83-4974-BC3A-633465711FBF}">
      <dgm:prSet/>
      <dgm:spPr/>
      <dgm:t>
        <a:bodyPr/>
        <a:lstStyle/>
        <a:p>
          <a:r>
            <a:rPr lang="pt-BR" dirty="0"/>
            <a:t>Repetição de código; </a:t>
          </a:r>
        </a:p>
      </dgm:t>
    </dgm:pt>
    <dgm:pt modelId="{1244C50B-BF55-4C2F-8749-3C7D8E3D02C9}" type="parTrans" cxnId="{9811D412-6148-49C2-BE06-E91DE092D3B0}">
      <dgm:prSet/>
      <dgm:spPr/>
      <dgm:t>
        <a:bodyPr/>
        <a:lstStyle/>
        <a:p>
          <a:endParaRPr lang="pt-BR"/>
        </a:p>
      </dgm:t>
    </dgm:pt>
    <dgm:pt modelId="{2F197204-BCC0-4FB5-BEFD-FBC8D7ACEB06}" type="sibTrans" cxnId="{9811D412-6148-49C2-BE06-E91DE092D3B0}">
      <dgm:prSet/>
      <dgm:spPr/>
      <dgm:t>
        <a:bodyPr/>
        <a:lstStyle/>
        <a:p>
          <a:endParaRPr lang="pt-BR"/>
        </a:p>
      </dgm:t>
    </dgm:pt>
    <dgm:pt modelId="{889673A1-60A2-4005-8964-759ABDAB7945}">
      <dgm:prSet/>
      <dgm:spPr/>
      <dgm:t>
        <a:bodyPr/>
        <a:lstStyle/>
        <a:p>
          <a:r>
            <a:rPr lang="pt-BR" dirty="0"/>
            <a:t>Dificuldade de reutilização; </a:t>
          </a:r>
        </a:p>
      </dgm:t>
    </dgm:pt>
    <dgm:pt modelId="{8264D7E2-1A12-4630-A347-3D1BCD741A71}" type="parTrans" cxnId="{127DDB5E-2462-4906-AB60-C6EA94155F7D}">
      <dgm:prSet/>
      <dgm:spPr/>
      <dgm:t>
        <a:bodyPr/>
        <a:lstStyle/>
        <a:p>
          <a:endParaRPr lang="pt-BR"/>
        </a:p>
      </dgm:t>
    </dgm:pt>
    <dgm:pt modelId="{D975F81E-5E06-4BE0-9D43-F364F5AAD427}" type="sibTrans" cxnId="{127DDB5E-2462-4906-AB60-C6EA94155F7D}">
      <dgm:prSet/>
      <dgm:spPr/>
      <dgm:t>
        <a:bodyPr/>
        <a:lstStyle/>
        <a:p>
          <a:endParaRPr lang="pt-BR"/>
        </a:p>
      </dgm:t>
    </dgm:pt>
    <dgm:pt modelId="{ED373EC3-31BE-45A6-94CB-346E70A38554}">
      <dgm:prSet/>
      <dgm:spPr/>
      <dgm:t>
        <a:bodyPr/>
        <a:lstStyle/>
        <a:p>
          <a:r>
            <a:rPr lang="pt-BR" dirty="0"/>
            <a:t>Sistemas muito grandes e difíceis de entender; </a:t>
          </a:r>
        </a:p>
      </dgm:t>
    </dgm:pt>
    <dgm:pt modelId="{C97E8F34-DB37-43DB-91E7-E74429C90A84}" type="parTrans" cxnId="{1BD455AC-D0FC-4BBD-B8BF-38B33FC523F9}">
      <dgm:prSet/>
      <dgm:spPr/>
      <dgm:t>
        <a:bodyPr/>
        <a:lstStyle/>
        <a:p>
          <a:endParaRPr lang="pt-BR"/>
        </a:p>
      </dgm:t>
    </dgm:pt>
    <dgm:pt modelId="{8E756E42-B339-4E96-A3C1-5EF4461F8C39}" type="sibTrans" cxnId="{1BD455AC-D0FC-4BBD-B8BF-38B33FC523F9}">
      <dgm:prSet/>
      <dgm:spPr/>
      <dgm:t>
        <a:bodyPr/>
        <a:lstStyle/>
        <a:p>
          <a:endParaRPr lang="pt-BR"/>
        </a:p>
      </dgm:t>
    </dgm:pt>
    <dgm:pt modelId="{379FB1BB-9A3D-44FE-B7B1-991F9706D6EF}">
      <dgm:prSet/>
      <dgm:spPr/>
      <dgm:t>
        <a:bodyPr/>
        <a:lstStyle/>
        <a:p>
          <a:r>
            <a:rPr lang="pt-BR" dirty="0"/>
            <a:t>Dependência excessiva de um único programador. </a:t>
          </a:r>
        </a:p>
      </dgm:t>
    </dgm:pt>
    <dgm:pt modelId="{1136A9CA-1E4C-438B-86C9-807E100AFFB0}" type="parTrans" cxnId="{132E6162-1B7D-4B52-9562-AAA1C208B26C}">
      <dgm:prSet/>
      <dgm:spPr/>
      <dgm:t>
        <a:bodyPr/>
        <a:lstStyle/>
        <a:p>
          <a:endParaRPr lang="pt-BR"/>
        </a:p>
      </dgm:t>
    </dgm:pt>
    <dgm:pt modelId="{E6E4540F-28D2-488E-BEF5-483533B06B0E}" type="sibTrans" cxnId="{132E6162-1B7D-4B52-9562-AAA1C208B26C}">
      <dgm:prSet/>
      <dgm:spPr/>
      <dgm:t>
        <a:bodyPr/>
        <a:lstStyle/>
        <a:p>
          <a:endParaRPr lang="pt-BR"/>
        </a:p>
      </dgm:t>
    </dgm:pt>
    <dgm:pt modelId="{315DD19D-7819-427D-8900-AB3906969E2C}">
      <dgm:prSet/>
      <dgm:spPr/>
      <dgm:t>
        <a:bodyPr/>
        <a:lstStyle/>
        <a:p>
          <a:r>
            <a:rPr lang="pt-BR"/>
            <a:t>A programação estruturada funcionava bem para programas pequenos, mas tornava-se complicada para aplicações grandes e modernas. </a:t>
          </a:r>
        </a:p>
      </dgm:t>
    </dgm:pt>
    <dgm:pt modelId="{7C749A4A-D677-4F47-BE65-14E1017AFBDA}" type="parTrans" cxnId="{32021DF5-4A0D-42F8-B7D4-D9BE64539F67}">
      <dgm:prSet/>
      <dgm:spPr/>
      <dgm:t>
        <a:bodyPr/>
        <a:lstStyle/>
        <a:p>
          <a:endParaRPr lang="pt-BR"/>
        </a:p>
      </dgm:t>
    </dgm:pt>
    <dgm:pt modelId="{F51ED38C-D8CA-44DF-9C82-B6B4C176798B}" type="sibTrans" cxnId="{32021DF5-4A0D-42F8-B7D4-D9BE64539F67}">
      <dgm:prSet/>
      <dgm:spPr/>
      <dgm:t>
        <a:bodyPr/>
        <a:lstStyle/>
        <a:p>
          <a:endParaRPr lang="pt-BR"/>
        </a:p>
      </dgm:t>
    </dgm:pt>
    <dgm:pt modelId="{D8C5D9EB-6BAF-4C8E-BF02-9AE773406774}" type="pres">
      <dgm:prSet presAssocID="{B9DF995F-9D85-4165-A7A6-C95277552071}" presName="linear" presStyleCnt="0">
        <dgm:presLayoutVars>
          <dgm:animLvl val="lvl"/>
          <dgm:resizeHandles val="exact"/>
        </dgm:presLayoutVars>
      </dgm:prSet>
      <dgm:spPr/>
    </dgm:pt>
    <dgm:pt modelId="{A008B10D-FC84-469E-9FF3-3FF32CC4E6A4}" type="pres">
      <dgm:prSet presAssocID="{196B73DF-F150-4CFA-B028-EAC716FB5DB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5C7BC6A-5C16-4337-A516-569AD1FA3B80}" type="pres">
      <dgm:prSet presAssocID="{D493A95D-CA2D-407A-8D12-44E2A24DF187}" presName="spacer" presStyleCnt="0"/>
      <dgm:spPr/>
    </dgm:pt>
    <dgm:pt modelId="{A807CF8E-6A7F-43C3-A255-CD0624AD6835}" type="pres">
      <dgm:prSet presAssocID="{28ED02BC-64A8-4399-8EE6-7EF9E697556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187455D-171B-41FE-9017-50A47294AD4B}" type="pres">
      <dgm:prSet presAssocID="{28ED02BC-64A8-4399-8EE6-7EF9E6975562}" presName="childText" presStyleLbl="revTx" presStyleIdx="0" presStyleCnt="1">
        <dgm:presLayoutVars>
          <dgm:bulletEnabled val="1"/>
        </dgm:presLayoutVars>
      </dgm:prSet>
      <dgm:spPr/>
    </dgm:pt>
    <dgm:pt modelId="{A173D3DB-CC48-4A52-A242-4B810ADA2B87}" type="pres">
      <dgm:prSet presAssocID="{315DD19D-7819-427D-8900-AB3906969E2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811D412-6148-49C2-BE06-E91DE092D3B0}" srcId="{28ED02BC-64A8-4399-8EE6-7EF9E6975562}" destId="{21DF31E4-9E83-4974-BC3A-633465711FBF}" srcOrd="1" destOrd="0" parTransId="{1244C50B-BF55-4C2F-8749-3C7D8E3D02C9}" sibTransId="{2F197204-BCC0-4FB5-BEFD-FBC8D7ACEB06}"/>
    <dgm:cxn modelId="{D955F712-D528-4AC2-8F14-6C638587206A}" srcId="{B9DF995F-9D85-4165-A7A6-C95277552071}" destId="{28ED02BC-64A8-4399-8EE6-7EF9E6975562}" srcOrd="1" destOrd="0" parTransId="{63AE3896-AA78-4967-B960-C1A6E7500223}" sibTransId="{DE0E9056-D76E-487B-98CA-10FD893DD0AE}"/>
    <dgm:cxn modelId="{127DDB5E-2462-4906-AB60-C6EA94155F7D}" srcId="{28ED02BC-64A8-4399-8EE6-7EF9E6975562}" destId="{889673A1-60A2-4005-8964-759ABDAB7945}" srcOrd="2" destOrd="0" parTransId="{8264D7E2-1A12-4630-A347-3D1BCD741A71}" sibTransId="{D975F81E-5E06-4BE0-9D43-F364F5AAD427}"/>
    <dgm:cxn modelId="{E8653660-807A-44A2-8C73-B93C48FD6DC2}" srcId="{28ED02BC-64A8-4399-8EE6-7EF9E6975562}" destId="{2315F240-F96A-4099-A1C0-BF6DBB96120D}" srcOrd="0" destOrd="0" parTransId="{68A40B0C-33A0-4009-9ABB-55C6B768E8A4}" sibTransId="{A1179636-D589-4F41-AF2E-A860D5AD7DE5}"/>
    <dgm:cxn modelId="{132E6162-1B7D-4B52-9562-AAA1C208B26C}" srcId="{28ED02BC-64A8-4399-8EE6-7EF9E6975562}" destId="{379FB1BB-9A3D-44FE-B7B1-991F9706D6EF}" srcOrd="4" destOrd="0" parTransId="{1136A9CA-1E4C-438B-86C9-807E100AFFB0}" sibTransId="{E6E4540F-28D2-488E-BEF5-483533B06B0E}"/>
    <dgm:cxn modelId="{F5F9AE65-CB95-4E94-8BAD-B9146D915ECE}" type="presOf" srcId="{2315F240-F96A-4099-A1C0-BF6DBB96120D}" destId="{B187455D-171B-41FE-9017-50A47294AD4B}" srcOrd="0" destOrd="0" presId="urn:microsoft.com/office/officeart/2005/8/layout/vList2"/>
    <dgm:cxn modelId="{94CE4248-95A0-4025-8E15-1437B6A6E1E3}" type="presOf" srcId="{379FB1BB-9A3D-44FE-B7B1-991F9706D6EF}" destId="{B187455D-171B-41FE-9017-50A47294AD4B}" srcOrd="0" destOrd="4" presId="urn:microsoft.com/office/officeart/2005/8/layout/vList2"/>
    <dgm:cxn modelId="{94250183-A519-44E2-87E9-E487CB71D8B5}" type="presOf" srcId="{21DF31E4-9E83-4974-BC3A-633465711FBF}" destId="{B187455D-171B-41FE-9017-50A47294AD4B}" srcOrd="0" destOrd="1" presId="urn:microsoft.com/office/officeart/2005/8/layout/vList2"/>
    <dgm:cxn modelId="{9C19A289-4ADB-419A-A2B1-3310BE832B55}" type="presOf" srcId="{B9DF995F-9D85-4165-A7A6-C95277552071}" destId="{D8C5D9EB-6BAF-4C8E-BF02-9AE773406774}" srcOrd="0" destOrd="0" presId="urn:microsoft.com/office/officeart/2005/8/layout/vList2"/>
    <dgm:cxn modelId="{C48EB695-5030-4298-BA74-B8F17678E914}" type="presOf" srcId="{315DD19D-7819-427D-8900-AB3906969E2C}" destId="{A173D3DB-CC48-4A52-A242-4B810ADA2B87}" srcOrd="0" destOrd="0" presId="urn:microsoft.com/office/officeart/2005/8/layout/vList2"/>
    <dgm:cxn modelId="{1BD455AC-D0FC-4BBD-B8BF-38B33FC523F9}" srcId="{28ED02BC-64A8-4399-8EE6-7EF9E6975562}" destId="{ED373EC3-31BE-45A6-94CB-346E70A38554}" srcOrd="3" destOrd="0" parTransId="{C97E8F34-DB37-43DB-91E7-E74429C90A84}" sibTransId="{8E756E42-B339-4E96-A3C1-5EF4461F8C39}"/>
    <dgm:cxn modelId="{4AC10BAE-D2C0-49DA-9ABC-E1CC4B915316}" type="presOf" srcId="{889673A1-60A2-4005-8964-759ABDAB7945}" destId="{B187455D-171B-41FE-9017-50A47294AD4B}" srcOrd="0" destOrd="2" presId="urn:microsoft.com/office/officeart/2005/8/layout/vList2"/>
    <dgm:cxn modelId="{A647CCB0-C27B-4B1E-8F86-55EA4CD3DDB9}" type="presOf" srcId="{196B73DF-F150-4CFA-B028-EAC716FB5DBF}" destId="{A008B10D-FC84-469E-9FF3-3FF32CC4E6A4}" srcOrd="0" destOrd="0" presId="urn:microsoft.com/office/officeart/2005/8/layout/vList2"/>
    <dgm:cxn modelId="{C48A15D7-D2EB-4D40-AE7E-2B76B208D6C4}" type="presOf" srcId="{ED373EC3-31BE-45A6-94CB-346E70A38554}" destId="{B187455D-171B-41FE-9017-50A47294AD4B}" srcOrd="0" destOrd="3" presId="urn:microsoft.com/office/officeart/2005/8/layout/vList2"/>
    <dgm:cxn modelId="{90954BD7-95AF-48E1-AEE9-086626DC9D96}" type="presOf" srcId="{28ED02BC-64A8-4399-8EE6-7EF9E6975562}" destId="{A807CF8E-6A7F-43C3-A255-CD0624AD6835}" srcOrd="0" destOrd="0" presId="urn:microsoft.com/office/officeart/2005/8/layout/vList2"/>
    <dgm:cxn modelId="{5DC31CDA-A1BD-4ACF-B050-9E870E5A8D2D}" srcId="{B9DF995F-9D85-4165-A7A6-C95277552071}" destId="{196B73DF-F150-4CFA-B028-EAC716FB5DBF}" srcOrd="0" destOrd="0" parTransId="{9C68AA45-67B4-4E99-95E2-2368C28C1A79}" sibTransId="{D493A95D-CA2D-407A-8D12-44E2A24DF187}"/>
    <dgm:cxn modelId="{32021DF5-4A0D-42F8-B7D4-D9BE64539F67}" srcId="{B9DF995F-9D85-4165-A7A6-C95277552071}" destId="{315DD19D-7819-427D-8900-AB3906969E2C}" srcOrd="2" destOrd="0" parTransId="{7C749A4A-D677-4F47-BE65-14E1017AFBDA}" sibTransId="{F51ED38C-D8CA-44DF-9C82-B6B4C176798B}"/>
    <dgm:cxn modelId="{6E1B8DD4-57A4-469C-A06A-DF3745CC2EBC}" type="presParOf" srcId="{D8C5D9EB-6BAF-4C8E-BF02-9AE773406774}" destId="{A008B10D-FC84-469E-9FF3-3FF32CC4E6A4}" srcOrd="0" destOrd="0" presId="urn:microsoft.com/office/officeart/2005/8/layout/vList2"/>
    <dgm:cxn modelId="{01097531-9DE8-4BD3-83D0-532734A2D8A4}" type="presParOf" srcId="{D8C5D9EB-6BAF-4C8E-BF02-9AE773406774}" destId="{C5C7BC6A-5C16-4337-A516-569AD1FA3B80}" srcOrd="1" destOrd="0" presId="urn:microsoft.com/office/officeart/2005/8/layout/vList2"/>
    <dgm:cxn modelId="{EF6B1BCD-27A3-4A52-ADA5-A199229CC844}" type="presParOf" srcId="{D8C5D9EB-6BAF-4C8E-BF02-9AE773406774}" destId="{A807CF8E-6A7F-43C3-A255-CD0624AD6835}" srcOrd="2" destOrd="0" presId="urn:microsoft.com/office/officeart/2005/8/layout/vList2"/>
    <dgm:cxn modelId="{863F6379-20E7-48C3-9128-CC460E3CC2E8}" type="presParOf" srcId="{D8C5D9EB-6BAF-4C8E-BF02-9AE773406774}" destId="{B187455D-171B-41FE-9017-50A47294AD4B}" srcOrd="3" destOrd="0" presId="urn:microsoft.com/office/officeart/2005/8/layout/vList2"/>
    <dgm:cxn modelId="{EC937C69-A2EB-44AA-8161-DE638E61C1F8}" type="presParOf" srcId="{D8C5D9EB-6BAF-4C8E-BF02-9AE773406774}" destId="{A173D3DB-CC48-4A52-A242-4B810ADA2B8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B26B2F-B207-4172-A6EC-E0B15A92FF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85D4C89-A696-4FC5-A5BE-DDA1DCCC33DA}">
      <dgm:prSet custT="1"/>
      <dgm:spPr>
        <a:solidFill>
          <a:srgbClr val="000050"/>
        </a:solidFill>
      </dgm:spPr>
      <dgm:t>
        <a:bodyPr/>
        <a:lstStyle/>
        <a:p>
          <a:r>
            <a:rPr lang="pt-BR" sz="1800" b="1"/>
            <a:t>Classe</a:t>
          </a:r>
          <a:endParaRPr lang="pt-BR" sz="1800"/>
        </a:p>
      </dgm:t>
    </dgm:pt>
    <dgm:pt modelId="{87741AF1-A575-4F45-8A57-995CA11A2EA2}" type="parTrans" cxnId="{285DF001-A87F-4F89-956F-F83A4C298C68}">
      <dgm:prSet/>
      <dgm:spPr/>
      <dgm:t>
        <a:bodyPr/>
        <a:lstStyle/>
        <a:p>
          <a:endParaRPr lang="pt-BR" sz="2800"/>
        </a:p>
      </dgm:t>
    </dgm:pt>
    <dgm:pt modelId="{31B5DBC7-3805-4C81-8C98-26F3861FC6D3}" type="sibTrans" cxnId="{285DF001-A87F-4F89-956F-F83A4C298C68}">
      <dgm:prSet/>
      <dgm:spPr/>
      <dgm:t>
        <a:bodyPr/>
        <a:lstStyle/>
        <a:p>
          <a:endParaRPr lang="pt-BR" sz="2800"/>
        </a:p>
      </dgm:t>
    </dgm:pt>
    <dgm:pt modelId="{5DA8ED1A-5338-425F-A67F-C071324CAC34}">
      <dgm:prSet custT="1"/>
      <dgm:spPr/>
      <dgm:t>
        <a:bodyPr/>
        <a:lstStyle/>
        <a:p>
          <a:r>
            <a:rPr lang="pt-BR" sz="1200" dirty="0"/>
            <a:t>É o molde para criar objetos. </a:t>
          </a:r>
        </a:p>
      </dgm:t>
    </dgm:pt>
    <dgm:pt modelId="{A465A062-985D-4C6E-A688-81852456E07A}" type="parTrans" cxnId="{13466061-0BEB-48DF-B0E2-509388A54A6E}">
      <dgm:prSet/>
      <dgm:spPr/>
      <dgm:t>
        <a:bodyPr/>
        <a:lstStyle/>
        <a:p>
          <a:endParaRPr lang="pt-BR" sz="2800"/>
        </a:p>
      </dgm:t>
    </dgm:pt>
    <dgm:pt modelId="{4B90E446-140A-4863-8C8F-85600EFCDBC2}" type="sibTrans" cxnId="{13466061-0BEB-48DF-B0E2-509388A54A6E}">
      <dgm:prSet/>
      <dgm:spPr/>
      <dgm:t>
        <a:bodyPr/>
        <a:lstStyle/>
        <a:p>
          <a:endParaRPr lang="pt-BR" sz="2800"/>
        </a:p>
      </dgm:t>
    </dgm:pt>
    <dgm:pt modelId="{52AF7C7E-FA09-4996-A6C2-7F7B100BCBEA}">
      <dgm:prSet custT="1"/>
      <dgm:spPr/>
      <dgm:t>
        <a:bodyPr/>
        <a:lstStyle/>
        <a:p>
          <a:r>
            <a:rPr lang="pt-BR" sz="1200" dirty="0"/>
            <a:t>Exemplo:</a:t>
          </a:r>
        </a:p>
      </dgm:t>
    </dgm:pt>
    <dgm:pt modelId="{EB1B3AE0-8C6B-4C5B-BDE8-1A154F1D7116}" type="parTrans" cxnId="{D5FD07BA-C2C3-4C6B-934B-B20E6BC50A4F}">
      <dgm:prSet/>
      <dgm:spPr/>
      <dgm:t>
        <a:bodyPr/>
        <a:lstStyle/>
        <a:p>
          <a:endParaRPr lang="pt-BR" sz="2800"/>
        </a:p>
      </dgm:t>
    </dgm:pt>
    <dgm:pt modelId="{93535C7D-9DC0-43C6-8A2B-61A6A836283B}" type="sibTrans" cxnId="{D5FD07BA-C2C3-4C6B-934B-B20E6BC50A4F}">
      <dgm:prSet/>
      <dgm:spPr/>
      <dgm:t>
        <a:bodyPr/>
        <a:lstStyle/>
        <a:p>
          <a:endParaRPr lang="pt-BR" sz="2800"/>
        </a:p>
      </dgm:t>
    </dgm:pt>
    <dgm:pt modelId="{6656568D-A909-4B2C-A14A-EE6C5E323786}">
      <dgm:prSet custT="1"/>
      <dgm:spPr/>
      <dgm:t>
        <a:bodyPr/>
        <a:lstStyle/>
        <a:p>
          <a:r>
            <a:rPr lang="pt-BR" sz="1200" dirty="0"/>
            <a:t>Classe: Carro</a:t>
          </a:r>
        </a:p>
      </dgm:t>
    </dgm:pt>
    <dgm:pt modelId="{4310496A-6CB8-400D-AFF1-0D5F80ED312D}" type="parTrans" cxnId="{89C575B4-E12B-43D4-A3AD-27249FFE547E}">
      <dgm:prSet/>
      <dgm:spPr/>
      <dgm:t>
        <a:bodyPr/>
        <a:lstStyle/>
        <a:p>
          <a:endParaRPr lang="pt-BR" sz="2800"/>
        </a:p>
      </dgm:t>
    </dgm:pt>
    <dgm:pt modelId="{47799D87-58BB-4C96-8254-EF8A114E0AE4}" type="sibTrans" cxnId="{89C575B4-E12B-43D4-A3AD-27249FFE547E}">
      <dgm:prSet/>
      <dgm:spPr/>
      <dgm:t>
        <a:bodyPr/>
        <a:lstStyle/>
        <a:p>
          <a:endParaRPr lang="pt-BR" sz="2800"/>
        </a:p>
      </dgm:t>
    </dgm:pt>
    <dgm:pt modelId="{040150C3-E8FA-4B1B-805C-DA551844A1BF}">
      <dgm:prSet custT="1"/>
      <dgm:spPr>
        <a:solidFill>
          <a:srgbClr val="033E8C"/>
        </a:solidFill>
      </dgm:spPr>
      <dgm:t>
        <a:bodyPr/>
        <a:lstStyle/>
        <a:p>
          <a:r>
            <a:rPr lang="pt-BR" sz="1800" b="1" dirty="0"/>
            <a:t>Objeto</a:t>
          </a:r>
          <a:endParaRPr lang="pt-BR" sz="1800" dirty="0"/>
        </a:p>
      </dgm:t>
    </dgm:pt>
    <dgm:pt modelId="{2B3A9565-C20D-4A77-9F0B-B26F28AB240B}" type="parTrans" cxnId="{189DB640-4506-471E-8E45-48F70BFD7117}">
      <dgm:prSet/>
      <dgm:spPr/>
      <dgm:t>
        <a:bodyPr/>
        <a:lstStyle/>
        <a:p>
          <a:endParaRPr lang="pt-BR" sz="2800"/>
        </a:p>
      </dgm:t>
    </dgm:pt>
    <dgm:pt modelId="{B2022DE5-EEFC-429B-9441-067E2195EF2A}" type="sibTrans" cxnId="{189DB640-4506-471E-8E45-48F70BFD7117}">
      <dgm:prSet/>
      <dgm:spPr/>
      <dgm:t>
        <a:bodyPr/>
        <a:lstStyle/>
        <a:p>
          <a:endParaRPr lang="pt-BR" sz="2800"/>
        </a:p>
      </dgm:t>
    </dgm:pt>
    <dgm:pt modelId="{EC77AE08-FB4C-4B15-8B1A-6142D941E20B}">
      <dgm:prSet custT="1"/>
      <dgm:spPr/>
      <dgm:t>
        <a:bodyPr/>
        <a:lstStyle/>
        <a:p>
          <a:r>
            <a:rPr lang="pt-BR" sz="1200" dirty="0"/>
            <a:t>É a instância criada a partir da classe. </a:t>
          </a:r>
        </a:p>
      </dgm:t>
    </dgm:pt>
    <dgm:pt modelId="{67C41E00-A7A3-470D-95D4-D0A4AD11917C}" type="parTrans" cxnId="{D1F46265-9A0E-4502-8882-B53DF9DA8412}">
      <dgm:prSet/>
      <dgm:spPr/>
      <dgm:t>
        <a:bodyPr/>
        <a:lstStyle/>
        <a:p>
          <a:endParaRPr lang="pt-BR" sz="2800"/>
        </a:p>
      </dgm:t>
    </dgm:pt>
    <dgm:pt modelId="{35EB00AE-088F-4A93-A075-92A09158112F}" type="sibTrans" cxnId="{D1F46265-9A0E-4502-8882-B53DF9DA8412}">
      <dgm:prSet/>
      <dgm:spPr/>
      <dgm:t>
        <a:bodyPr/>
        <a:lstStyle/>
        <a:p>
          <a:endParaRPr lang="pt-BR" sz="2800"/>
        </a:p>
      </dgm:t>
    </dgm:pt>
    <dgm:pt modelId="{8F581692-39AF-4682-B088-47271FCF8E56}">
      <dgm:prSet custT="1"/>
      <dgm:spPr/>
      <dgm:t>
        <a:bodyPr/>
        <a:lstStyle/>
        <a:p>
          <a:r>
            <a:rPr lang="pt-BR" sz="1200" dirty="0"/>
            <a:t>Exemplo:</a:t>
          </a:r>
        </a:p>
      </dgm:t>
    </dgm:pt>
    <dgm:pt modelId="{8D1DB1BE-70C4-4FFD-9815-99429EF8AB34}" type="parTrans" cxnId="{A5941EF3-E332-4A2F-9C02-EA3A21B67353}">
      <dgm:prSet/>
      <dgm:spPr/>
      <dgm:t>
        <a:bodyPr/>
        <a:lstStyle/>
        <a:p>
          <a:endParaRPr lang="pt-BR" sz="2800"/>
        </a:p>
      </dgm:t>
    </dgm:pt>
    <dgm:pt modelId="{32A571E2-4C4C-4E1F-8CC8-A4FFB51D268F}" type="sibTrans" cxnId="{A5941EF3-E332-4A2F-9C02-EA3A21B67353}">
      <dgm:prSet/>
      <dgm:spPr/>
      <dgm:t>
        <a:bodyPr/>
        <a:lstStyle/>
        <a:p>
          <a:endParaRPr lang="pt-BR" sz="2800"/>
        </a:p>
      </dgm:t>
    </dgm:pt>
    <dgm:pt modelId="{7380D102-3E6E-47E8-9284-B92CD5E0AB96}">
      <dgm:prSet custT="1"/>
      <dgm:spPr/>
      <dgm:t>
        <a:bodyPr/>
        <a:lstStyle/>
        <a:p>
          <a:r>
            <a:rPr lang="pt-BR" sz="1200" dirty="0"/>
            <a:t>Objeto: </a:t>
          </a:r>
          <a:r>
            <a:rPr lang="pt-BR" sz="1200" dirty="0" err="1"/>
            <a:t>MeuFusca</a:t>
          </a:r>
          <a:endParaRPr lang="pt-BR" sz="1200" dirty="0"/>
        </a:p>
      </dgm:t>
    </dgm:pt>
    <dgm:pt modelId="{BCA72CD7-4C12-4DAF-BABA-BA921FFC1782}" type="parTrans" cxnId="{3E1ED423-B6C4-4D1D-9BD5-C99F46918839}">
      <dgm:prSet/>
      <dgm:spPr/>
      <dgm:t>
        <a:bodyPr/>
        <a:lstStyle/>
        <a:p>
          <a:endParaRPr lang="pt-BR" sz="2800"/>
        </a:p>
      </dgm:t>
    </dgm:pt>
    <dgm:pt modelId="{163903D1-8691-495A-9E61-ED585117626C}" type="sibTrans" cxnId="{3E1ED423-B6C4-4D1D-9BD5-C99F46918839}">
      <dgm:prSet/>
      <dgm:spPr/>
      <dgm:t>
        <a:bodyPr/>
        <a:lstStyle/>
        <a:p>
          <a:endParaRPr lang="pt-BR" sz="2800"/>
        </a:p>
      </dgm:t>
    </dgm:pt>
    <dgm:pt modelId="{AAE94AA6-840C-4056-9C7E-B591406650A4}">
      <dgm:prSet custT="1"/>
      <dgm:spPr/>
      <dgm:t>
        <a:bodyPr/>
        <a:lstStyle/>
        <a:p>
          <a:r>
            <a:rPr lang="pt-BR" sz="1200" dirty="0"/>
            <a:t>Buzinar()</a:t>
          </a:r>
        </a:p>
      </dgm:t>
    </dgm:pt>
    <dgm:pt modelId="{35010BE9-4402-48E9-B989-8E0A5B745832}" type="parTrans" cxnId="{16971FB7-CCAB-47EA-8B1F-A0931756066A}">
      <dgm:prSet/>
      <dgm:spPr/>
      <dgm:t>
        <a:bodyPr/>
        <a:lstStyle/>
        <a:p>
          <a:endParaRPr lang="pt-BR" sz="2800"/>
        </a:p>
      </dgm:t>
    </dgm:pt>
    <dgm:pt modelId="{B3105951-1757-4403-AE5B-2E3ECD8364CA}" type="sibTrans" cxnId="{16971FB7-CCAB-47EA-8B1F-A0931756066A}">
      <dgm:prSet/>
      <dgm:spPr/>
      <dgm:t>
        <a:bodyPr/>
        <a:lstStyle/>
        <a:p>
          <a:endParaRPr lang="pt-BR" sz="2800"/>
        </a:p>
      </dgm:t>
    </dgm:pt>
    <dgm:pt modelId="{B45BFB17-7119-416F-93CC-85E3BB1C5DC8}">
      <dgm:prSet custT="1"/>
      <dgm:spPr>
        <a:solidFill>
          <a:srgbClr val="034C8C"/>
        </a:solidFill>
      </dgm:spPr>
      <dgm:t>
        <a:bodyPr/>
        <a:lstStyle/>
        <a:p>
          <a:r>
            <a:rPr lang="pt-BR" sz="1800" b="1" dirty="0"/>
            <a:t>Atributos</a:t>
          </a:r>
          <a:endParaRPr lang="pt-BR" sz="1800" dirty="0"/>
        </a:p>
      </dgm:t>
    </dgm:pt>
    <dgm:pt modelId="{A11DB29C-7929-4A47-90FE-77824B816187}" type="parTrans" cxnId="{DC84970C-11E5-455B-842E-9B7D4049D0AF}">
      <dgm:prSet/>
      <dgm:spPr/>
      <dgm:t>
        <a:bodyPr/>
        <a:lstStyle/>
        <a:p>
          <a:endParaRPr lang="pt-BR" sz="2800"/>
        </a:p>
      </dgm:t>
    </dgm:pt>
    <dgm:pt modelId="{BAB55DCF-5132-4AC3-8E07-6D992A4F4E6E}" type="sibTrans" cxnId="{DC84970C-11E5-455B-842E-9B7D4049D0AF}">
      <dgm:prSet/>
      <dgm:spPr/>
      <dgm:t>
        <a:bodyPr/>
        <a:lstStyle/>
        <a:p>
          <a:endParaRPr lang="pt-BR" sz="2800"/>
        </a:p>
      </dgm:t>
    </dgm:pt>
    <dgm:pt modelId="{93AA2ABF-31FC-40F8-B603-82DD1AC90AE2}">
      <dgm:prSet custT="1"/>
      <dgm:spPr/>
      <dgm:t>
        <a:bodyPr/>
        <a:lstStyle/>
        <a:p>
          <a:r>
            <a:rPr lang="pt-BR" sz="1200" dirty="0"/>
            <a:t>São as características do objeto. </a:t>
          </a:r>
        </a:p>
      </dgm:t>
    </dgm:pt>
    <dgm:pt modelId="{CD4E9CD7-7B46-4988-AD05-49F9F11F8F0B}" type="parTrans" cxnId="{5454F7AF-D42F-4C50-AB2E-DC9DD5160835}">
      <dgm:prSet/>
      <dgm:spPr/>
      <dgm:t>
        <a:bodyPr/>
        <a:lstStyle/>
        <a:p>
          <a:endParaRPr lang="pt-BR" sz="2800"/>
        </a:p>
      </dgm:t>
    </dgm:pt>
    <dgm:pt modelId="{28F4F7A6-D53A-4439-803F-4CB1E529BA79}" type="sibTrans" cxnId="{5454F7AF-D42F-4C50-AB2E-DC9DD5160835}">
      <dgm:prSet/>
      <dgm:spPr/>
      <dgm:t>
        <a:bodyPr/>
        <a:lstStyle/>
        <a:p>
          <a:endParaRPr lang="pt-BR" sz="2800"/>
        </a:p>
      </dgm:t>
    </dgm:pt>
    <dgm:pt modelId="{5314AF3F-BE04-4B80-A73B-CF55D6521C80}">
      <dgm:prSet custT="1"/>
      <dgm:spPr/>
      <dgm:t>
        <a:bodyPr/>
        <a:lstStyle/>
        <a:p>
          <a:r>
            <a:rPr lang="pt-BR" sz="1200" dirty="0"/>
            <a:t>Exemplo:</a:t>
          </a:r>
        </a:p>
      </dgm:t>
    </dgm:pt>
    <dgm:pt modelId="{522A9195-5DCA-46AE-9BB6-AB78CBBFD6E8}" type="parTrans" cxnId="{0002AB5C-2F28-4821-961B-F82ED35A2BE3}">
      <dgm:prSet/>
      <dgm:spPr/>
      <dgm:t>
        <a:bodyPr/>
        <a:lstStyle/>
        <a:p>
          <a:endParaRPr lang="pt-BR" sz="2800"/>
        </a:p>
      </dgm:t>
    </dgm:pt>
    <dgm:pt modelId="{E258DD3E-4E0A-46DE-93D4-E7CF8A8B0673}" type="sibTrans" cxnId="{0002AB5C-2F28-4821-961B-F82ED35A2BE3}">
      <dgm:prSet/>
      <dgm:spPr/>
      <dgm:t>
        <a:bodyPr/>
        <a:lstStyle/>
        <a:p>
          <a:endParaRPr lang="pt-BR" sz="2800"/>
        </a:p>
      </dgm:t>
    </dgm:pt>
    <dgm:pt modelId="{4A685DFA-1053-4705-8C6C-43648C97FEAD}">
      <dgm:prSet custT="1"/>
      <dgm:spPr/>
      <dgm:t>
        <a:bodyPr/>
        <a:lstStyle/>
        <a:p>
          <a:r>
            <a:rPr lang="pt-BR" sz="1200" dirty="0"/>
            <a:t>Cor </a:t>
          </a:r>
        </a:p>
      </dgm:t>
    </dgm:pt>
    <dgm:pt modelId="{549B006D-018B-45A7-B169-3157BA520336}" type="parTrans" cxnId="{C215C2F1-2018-4BBD-87C8-6A3730F19B26}">
      <dgm:prSet/>
      <dgm:spPr/>
      <dgm:t>
        <a:bodyPr/>
        <a:lstStyle/>
        <a:p>
          <a:endParaRPr lang="pt-BR" sz="2800"/>
        </a:p>
      </dgm:t>
    </dgm:pt>
    <dgm:pt modelId="{DBC37827-060F-49E0-ABAB-630A2E61DB56}" type="sibTrans" cxnId="{C215C2F1-2018-4BBD-87C8-6A3730F19B26}">
      <dgm:prSet/>
      <dgm:spPr/>
      <dgm:t>
        <a:bodyPr/>
        <a:lstStyle/>
        <a:p>
          <a:endParaRPr lang="pt-BR" sz="2800"/>
        </a:p>
      </dgm:t>
    </dgm:pt>
    <dgm:pt modelId="{6A249CC5-E93E-4AEC-867E-D59382E927FD}">
      <dgm:prSet custT="1"/>
      <dgm:spPr/>
      <dgm:t>
        <a:bodyPr/>
        <a:lstStyle/>
        <a:p>
          <a:r>
            <a:rPr lang="pt-BR" sz="1200" dirty="0"/>
            <a:t>Modelo </a:t>
          </a:r>
        </a:p>
      </dgm:t>
    </dgm:pt>
    <dgm:pt modelId="{AC3E82C2-55B8-415E-984C-759F487C8F07}" type="parTrans" cxnId="{2EACAF24-EF7F-4B67-B5E5-B90EA66A1077}">
      <dgm:prSet/>
      <dgm:spPr/>
      <dgm:t>
        <a:bodyPr/>
        <a:lstStyle/>
        <a:p>
          <a:endParaRPr lang="pt-BR" sz="2800"/>
        </a:p>
      </dgm:t>
    </dgm:pt>
    <dgm:pt modelId="{FC997A74-558D-4A93-91CD-45E3DBB9B93C}" type="sibTrans" cxnId="{2EACAF24-EF7F-4B67-B5E5-B90EA66A1077}">
      <dgm:prSet/>
      <dgm:spPr/>
      <dgm:t>
        <a:bodyPr/>
        <a:lstStyle/>
        <a:p>
          <a:endParaRPr lang="pt-BR" sz="2800"/>
        </a:p>
      </dgm:t>
    </dgm:pt>
    <dgm:pt modelId="{3A9F0478-E030-4D05-8434-442C3D577CEF}">
      <dgm:prSet custT="1"/>
      <dgm:spPr/>
      <dgm:t>
        <a:bodyPr/>
        <a:lstStyle/>
        <a:p>
          <a:r>
            <a:rPr lang="pt-BR" sz="1200" dirty="0"/>
            <a:t>Ano </a:t>
          </a:r>
        </a:p>
      </dgm:t>
    </dgm:pt>
    <dgm:pt modelId="{43B3CBD2-4049-4C74-B8F8-C954D678E6B1}" type="parTrans" cxnId="{5517F3FB-9EC0-40CF-BA58-5C7D90AA40CC}">
      <dgm:prSet/>
      <dgm:spPr/>
      <dgm:t>
        <a:bodyPr/>
        <a:lstStyle/>
        <a:p>
          <a:endParaRPr lang="pt-BR" sz="2800"/>
        </a:p>
      </dgm:t>
    </dgm:pt>
    <dgm:pt modelId="{9B820A00-83DC-4E26-ABE6-E2A6FEF85F3C}" type="sibTrans" cxnId="{5517F3FB-9EC0-40CF-BA58-5C7D90AA40CC}">
      <dgm:prSet/>
      <dgm:spPr/>
      <dgm:t>
        <a:bodyPr/>
        <a:lstStyle/>
        <a:p>
          <a:endParaRPr lang="pt-BR" sz="2800"/>
        </a:p>
      </dgm:t>
    </dgm:pt>
    <dgm:pt modelId="{C1A84C77-4958-4126-9382-BEA59EFA3632}">
      <dgm:prSet custT="1"/>
      <dgm:spPr>
        <a:solidFill>
          <a:srgbClr val="0367A6"/>
        </a:solidFill>
      </dgm:spPr>
      <dgm:t>
        <a:bodyPr/>
        <a:lstStyle/>
        <a:p>
          <a:r>
            <a:rPr lang="pt-BR" sz="1800" b="1" dirty="0"/>
            <a:t>Métodos</a:t>
          </a:r>
          <a:endParaRPr lang="pt-BR" sz="1800" dirty="0"/>
        </a:p>
      </dgm:t>
    </dgm:pt>
    <dgm:pt modelId="{8F734B96-2F71-4F36-9D0B-303F1B401ADA}" type="parTrans" cxnId="{325D791A-AE33-4125-AC42-F1B483A82034}">
      <dgm:prSet/>
      <dgm:spPr/>
      <dgm:t>
        <a:bodyPr/>
        <a:lstStyle/>
        <a:p>
          <a:endParaRPr lang="pt-BR" sz="2800"/>
        </a:p>
      </dgm:t>
    </dgm:pt>
    <dgm:pt modelId="{974C939D-7F4C-4BB3-8A99-6D895EE72EC7}" type="sibTrans" cxnId="{325D791A-AE33-4125-AC42-F1B483A82034}">
      <dgm:prSet/>
      <dgm:spPr/>
      <dgm:t>
        <a:bodyPr/>
        <a:lstStyle/>
        <a:p>
          <a:endParaRPr lang="pt-BR" sz="2800"/>
        </a:p>
      </dgm:t>
    </dgm:pt>
    <dgm:pt modelId="{6837FED5-FC86-4A39-B61A-7A1DBFB65B71}">
      <dgm:prSet custT="1"/>
      <dgm:spPr/>
      <dgm:t>
        <a:bodyPr/>
        <a:lstStyle/>
        <a:p>
          <a:r>
            <a:rPr lang="pt-BR" sz="1200" dirty="0"/>
            <a:t>São os comportamentos do objeto. </a:t>
          </a:r>
        </a:p>
      </dgm:t>
    </dgm:pt>
    <dgm:pt modelId="{EAB8B4BF-3F05-41B1-BCB8-328247224ABA}" type="parTrans" cxnId="{A3A6C755-EF71-4A0D-B570-1168F9AA6AF1}">
      <dgm:prSet/>
      <dgm:spPr/>
      <dgm:t>
        <a:bodyPr/>
        <a:lstStyle/>
        <a:p>
          <a:endParaRPr lang="pt-BR" sz="2800"/>
        </a:p>
      </dgm:t>
    </dgm:pt>
    <dgm:pt modelId="{45A9EF5F-EBA5-4444-803D-4CBDD8246ECF}" type="sibTrans" cxnId="{A3A6C755-EF71-4A0D-B570-1168F9AA6AF1}">
      <dgm:prSet/>
      <dgm:spPr/>
      <dgm:t>
        <a:bodyPr/>
        <a:lstStyle/>
        <a:p>
          <a:endParaRPr lang="pt-BR" sz="2800"/>
        </a:p>
      </dgm:t>
    </dgm:pt>
    <dgm:pt modelId="{294535E2-4DC3-44D7-81A6-3A312EE3FC6F}">
      <dgm:prSet custT="1"/>
      <dgm:spPr/>
      <dgm:t>
        <a:bodyPr/>
        <a:lstStyle/>
        <a:p>
          <a:r>
            <a:rPr lang="pt-BR" sz="1200" dirty="0"/>
            <a:t>Exemplo:</a:t>
          </a:r>
        </a:p>
      </dgm:t>
    </dgm:pt>
    <dgm:pt modelId="{B0C46BB3-623B-427C-BE4B-6CEA797CD25A}" type="parTrans" cxnId="{A7BB6F40-7FBB-4E34-8476-08CE3CD8E977}">
      <dgm:prSet/>
      <dgm:spPr/>
      <dgm:t>
        <a:bodyPr/>
        <a:lstStyle/>
        <a:p>
          <a:endParaRPr lang="pt-BR" sz="2800"/>
        </a:p>
      </dgm:t>
    </dgm:pt>
    <dgm:pt modelId="{37529A06-02CC-42D4-B597-6C2FB5DC07E6}" type="sibTrans" cxnId="{A7BB6F40-7FBB-4E34-8476-08CE3CD8E977}">
      <dgm:prSet/>
      <dgm:spPr/>
      <dgm:t>
        <a:bodyPr/>
        <a:lstStyle/>
        <a:p>
          <a:endParaRPr lang="pt-BR" sz="2800"/>
        </a:p>
      </dgm:t>
    </dgm:pt>
    <dgm:pt modelId="{256D24A2-83E1-4C0F-87B9-0963CC0343D4}">
      <dgm:prSet custT="1"/>
      <dgm:spPr/>
      <dgm:t>
        <a:bodyPr/>
        <a:lstStyle/>
        <a:p>
          <a:r>
            <a:rPr lang="pt-BR" sz="1200" dirty="0"/>
            <a:t>Acelerar() </a:t>
          </a:r>
        </a:p>
      </dgm:t>
    </dgm:pt>
    <dgm:pt modelId="{F9105C25-5CAF-4ECF-AB5E-065C3B1AF9C1}" type="parTrans" cxnId="{879288A8-4DF6-406C-9B98-34AB9122F01D}">
      <dgm:prSet/>
      <dgm:spPr/>
      <dgm:t>
        <a:bodyPr/>
        <a:lstStyle/>
        <a:p>
          <a:endParaRPr lang="pt-BR" sz="2800"/>
        </a:p>
      </dgm:t>
    </dgm:pt>
    <dgm:pt modelId="{8BCB6996-BF40-4194-BD9E-847F558805D7}" type="sibTrans" cxnId="{879288A8-4DF6-406C-9B98-34AB9122F01D}">
      <dgm:prSet/>
      <dgm:spPr/>
      <dgm:t>
        <a:bodyPr/>
        <a:lstStyle/>
        <a:p>
          <a:endParaRPr lang="pt-BR" sz="2800"/>
        </a:p>
      </dgm:t>
    </dgm:pt>
    <dgm:pt modelId="{BA1E6B71-63E8-4A58-8A6F-8E588A912DCA}">
      <dgm:prSet custT="1"/>
      <dgm:spPr/>
      <dgm:t>
        <a:bodyPr/>
        <a:lstStyle/>
        <a:p>
          <a:r>
            <a:rPr lang="pt-BR" sz="1200" dirty="0"/>
            <a:t>Frear() </a:t>
          </a:r>
        </a:p>
      </dgm:t>
    </dgm:pt>
    <dgm:pt modelId="{839F8C25-AD71-4A70-A3E1-3897CA479FC4}" type="parTrans" cxnId="{C413A829-07D4-4A6C-B408-9CD3D6D96471}">
      <dgm:prSet/>
      <dgm:spPr/>
      <dgm:t>
        <a:bodyPr/>
        <a:lstStyle/>
        <a:p>
          <a:endParaRPr lang="pt-BR" sz="2800"/>
        </a:p>
      </dgm:t>
    </dgm:pt>
    <dgm:pt modelId="{B5FF6C20-F4F3-47A8-8656-86FB0AE15D88}" type="sibTrans" cxnId="{C413A829-07D4-4A6C-B408-9CD3D6D96471}">
      <dgm:prSet/>
      <dgm:spPr/>
      <dgm:t>
        <a:bodyPr/>
        <a:lstStyle/>
        <a:p>
          <a:endParaRPr lang="pt-BR" sz="2800"/>
        </a:p>
      </dgm:t>
    </dgm:pt>
    <dgm:pt modelId="{4D9FDE40-E7CE-4498-A20C-90BE92F4D797}" type="pres">
      <dgm:prSet presAssocID="{CEB26B2F-B207-4172-A6EC-E0B15A92FF1C}" presName="linear" presStyleCnt="0">
        <dgm:presLayoutVars>
          <dgm:animLvl val="lvl"/>
          <dgm:resizeHandles val="exact"/>
        </dgm:presLayoutVars>
      </dgm:prSet>
      <dgm:spPr/>
    </dgm:pt>
    <dgm:pt modelId="{1E0E6152-11A6-48A8-A1D7-92D5838861FE}" type="pres">
      <dgm:prSet presAssocID="{385D4C89-A696-4FC5-A5BE-DDA1DCCC33DA}" presName="parentText" presStyleLbl="node1" presStyleIdx="0" presStyleCnt="4" custLinFactNeighborY="-1565">
        <dgm:presLayoutVars>
          <dgm:chMax val="0"/>
          <dgm:bulletEnabled val="1"/>
        </dgm:presLayoutVars>
      </dgm:prSet>
      <dgm:spPr/>
    </dgm:pt>
    <dgm:pt modelId="{39DC406B-612D-4508-8A07-C2728BD70867}" type="pres">
      <dgm:prSet presAssocID="{385D4C89-A696-4FC5-A5BE-DDA1DCCC33DA}" presName="childText" presStyleLbl="revTx" presStyleIdx="0" presStyleCnt="4">
        <dgm:presLayoutVars>
          <dgm:bulletEnabled val="1"/>
        </dgm:presLayoutVars>
      </dgm:prSet>
      <dgm:spPr/>
    </dgm:pt>
    <dgm:pt modelId="{16EA2CFB-ED47-4BD8-B87C-F977BC527940}" type="pres">
      <dgm:prSet presAssocID="{040150C3-E8FA-4B1B-805C-DA551844A1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E637E45-59F3-4EF5-A77C-80AB3AF668ED}" type="pres">
      <dgm:prSet presAssocID="{040150C3-E8FA-4B1B-805C-DA551844A1BF}" presName="childText" presStyleLbl="revTx" presStyleIdx="1" presStyleCnt="4">
        <dgm:presLayoutVars>
          <dgm:bulletEnabled val="1"/>
        </dgm:presLayoutVars>
      </dgm:prSet>
      <dgm:spPr/>
    </dgm:pt>
    <dgm:pt modelId="{C9991C8F-CD2F-49B4-A9CD-B80700A0A93A}" type="pres">
      <dgm:prSet presAssocID="{B45BFB17-7119-416F-93CC-85E3BB1C5DC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655E1E-271C-4B07-A3C0-5C89875A9B72}" type="pres">
      <dgm:prSet presAssocID="{B45BFB17-7119-416F-93CC-85E3BB1C5DC8}" presName="childText" presStyleLbl="revTx" presStyleIdx="2" presStyleCnt="4">
        <dgm:presLayoutVars>
          <dgm:bulletEnabled val="1"/>
        </dgm:presLayoutVars>
      </dgm:prSet>
      <dgm:spPr/>
    </dgm:pt>
    <dgm:pt modelId="{62E88C61-2E38-416A-9E19-C789FF3EDA8D}" type="pres">
      <dgm:prSet presAssocID="{C1A84C77-4958-4126-9382-BEA59EFA363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A1EF1B2-934B-425E-A78A-6E3C2A431C1C}" type="pres">
      <dgm:prSet presAssocID="{C1A84C77-4958-4126-9382-BEA59EFA3632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285DF001-A87F-4F89-956F-F83A4C298C68}" srcId="{CEB26B2F-B207-4172-A6EC-E0B15A92FF1C}" destId="{385D4C89-A696-4FC5-A5BE-DDA1DCCC33DA}" srcOrd="0" destOrd="0" parTransId="{87741AF1-A575-4F45-8A57-995CA11A2EA2}" sibTransId="{31B5DBC7-3805-4C81-8C98-26F3861FC6D3}"/>
    <dgm:cxn modelId="{DC84970C-11E5-455B-842E-9B7D4049D0AF}" srcId="{CEB26B2F-B207-4172-A6EC-E0B15A92FF1C}" destId="{B45BFB17-7119-416F-93CC-85E3BB1C5DC8}" srcOrd="2" destOrd="0" parTransId="{A11DB29C-7929-4A47-90FE-77824B816187}" sibTransId="{BAB55DCF-5132-4AC3-8E07-6D992A4F4E6E}"/>
    <dgm:cxn modelId="{325D791A-AE33-4125-AC42-F1B483A82034}" srcId="{CEB26B2F-B207-4172-A6EC-E0B15A92FF1C}" destId="{C1A84C77-4958-4126-9382-BEA59EFA3632}" srcOrd="3" destOrd="0" parTransId="{8F734B96-2F71-4F36-9D0B-303F1B401ADA}" sibTransId="{974C939D-7F4C-4BB3-8A99-6D895EE72EC7}"/>
    <dgm:cxn modelId="{CD1F291C-CD52-4F04-87D4-AE872A90A746}" type="presOf" srcId="{6837FED5-FC86-4A39-B61A-7A1DBFB65B71}" destId="{3A1EF1B2-934B-425E-A78A-6E3C2A431C1C}" srcOrd="0" destOrd="0" presId="urn:microsoft.com/office/officeart/2005/8/layout/vList2"/>
    <dgm:cxn modelId="{0B29A71F-0820-4822-B0B7-EC2A8D7C9AD0}" type="presOf" srcId="{6A249CC5-E93E-4AEC-867E-D59382E927FD}" destId="{EB655E1E-271C-4B07-A3C0-5C89875A9B72}" srcOrd="0" destOrd="3" presId="urn:microsoft.com/office/officeart/2005/8/layout/vList2"/>
    <dgm:cxn modelId="{3E1ED423-B6C4-4D1D-9BD5-C99F46918839}" srcId="{EC77AE08-FB4C-4B15-8B1A-6142D941E20B}" destId="{7380D102-3E6E-47E8-9284-B92CD5E0AB96}" srcOrd="1" destOrd="0" parTransId="{BCA72CD7-4C12-4DAF-BABA-BA921FFC1782}" sibTransId="{163903D1-8691-495A-9E61-ED585117626C}"/>
    <dgm:cxn modelId="{2EACAF24-EF7F-4B67-B5E5-B90EA66A1077}" srcId="{5314AF3F-BE04-4B80-A73B-CF55D6521C80}" destId="{6A249CC5-E93E-4AEC-867E-D59382E927FD}" srcOrd="1" destOrd="0" parTransId="{AC3E82C2-55B8-415E-984C-759F487C8F07}" sibTransId="{FC997A74-558D-4A93-91CD-45E3DBB9B93C}"/>
    <dgm:cxn modelId="{C413A829-07D4-4A6C-B408-9CD3D6D96471}" srcId="{294535E2-4DC3-44D7-81A6-3A312EE3FC6F}" destId="{BA1E6B71-63E8-4A58-8A6F-8E588A912DCA}" srcOrd="1" destOrd="0" parTransId="{839F8C25-AD71-4A70-A3E1-3897CA479FC4}" sibTransId="{B5FF6C20-F4F3-47A8-8656-86FB0AE15D88}"/>
    <dgm:cxn modelId="{63A4EF29-D711-4C58-82F6-736240328EA2}" type="presOf" srcId="{B45BFB17-7119-416F-93CC-85E3BB1C5DC8}" destId="{C9991C8F-CD2F-49B4-A9CD-B80700A0A93A}" srcOrd="0" destOrd="0" presId="urn:microsoft.com/office/officeart/2005/8/layout/vList2"/>
    <dgm:cxn modelId="{81EF3F3B-B002-407B-900B-65BEE8288F65}" type="presOf" srcId="{5DA8ED1A-5338-425F-A67F-C071324CAC34}" destId="{39DC406B-612D-4508-8A07-C2728BD70867}" srcOrd="0" destOrd="0" presId="urn:microsoft.com/office/officeart/2005/8/layout/vList2"/>
    <dgm:cxn modelId="{A7BB6F40-7FBB-4E34-8476-08CE3CD8E977}" srcId="{C1A84C77-4958-4126-9382-BEA59EFA3632}" destId="{294535E2-4DC3-44D7-81A6-3A312EE3FC6F}" srcOrd="1" destOrd="0" parTransId="{B0C46BB3-623B-427C-BE4B-6CEA797CD25A}" sibTransId="{37529A06-02CC-42D4-B597-6C2FB5DC07E6}"/>
    <dgm:cxn modelId="{189DB640-4506-471E-8E45-48F70BFD7117}" srcId="{CEB26B2F-B207-4172-A6EC-E0B15A92FF1C}" destId="{040150C3-E8FA-4B1B-805C-DA551844A1BF}" srcOrd="1" destOrd="0" parTransId="{2B3A9565-C20D-4A77-9F0B-B26F28AB240B}" sibTransId="{B2022DE5-EEFC-429B-9441-067E2195EF2A}"/>
    <dgm:cxn modelId="{0002AB5C-2F28-4821-961B-F82ED35A2BE3}" srcId="{B45BFB17-7119-416F-93CC-85E3BB1C5DC8}" destId="{5314AF3F-BE04-4B80-A73B-CF55D6521C80}" srcOrd="1" destOrd="0" parTransId="{522A9195-5DCA-46AE-9BB6-AB78CBBFD6E8}" sibTransId="{E258DD3E-4E0A-46DE-93D4-E7CF8A8B0673}"/>
    <dgm:cxn modelId="{44E5E85D-C2B0-45ED-81C4-7FB7B96B9F3E}" type="presOf" srcId="{6656568D-A909-4B2C-A14A-EE6C5E323786}" destId="{39DC406B-612D-4508-8A07-C2728BD70867}" srcOrd="0" destOrd="2" presId="urn:microsoft.com/office/officeart/2005/8/layout/vList2"/>
    <dgm:cxn modelId="{13466061-0BEB-48DF-B0E2-509388A54A6E}" srcId="{385D4C89-A696-4FC5-A5BE-DDA1DCCC33DA}" destId="{5DA8ED1A-5338-425F-A67F-C071324CAC34}" srcOrd="0" destOrd="0" parTransId="{A465A062-985D-4C6E-A688-81852456E07A}" sibTransId="{4B90E446-140A-4863-8C8F-85600EFCDBC2}"/>
    <dgm:cxn modelId="{79477462-211C-43AD-BD1D-3A06B5B26D5B}" type="presOf" srcId="{AAE94AA6-840C-4056-9C7E-B591406650A4}" destId="{3A1EF1B2-934B-425E-A78A-6E3C2A431C1C}" srcOrd="0" destOrd="4" presId="urn:microsoft.com/office/officeart/2005/8/layout/vList2"/>
    <dgm:cxn modelId="{D1F46265-9A0E-4502-8882-B53DF9DA8412}" srcId="{040150C3-E8FA-4B1B-805C-DA551844A1BF}" destId="{EC77AE08-FB4C-4B15-8B1A-6142D941E20B}" srcOrd="0" destOrd="0" parTransId="{67C41E00-A7A3-470D-95D4-D0A4AD11917C}" sibTransId="{35EB00AE-088F-4A93-A075-92A09158112F}"/>
    <dgm:cxn modelId="{881CF465-0AA7-43CA-A5C2-681BEEADF4DC}" type="presOf" srcId="{CEB26B2F-B207-4172-A6EC-E0B15A92FF1C}" destId="{4D9FDE40-E7CE-4498-A20C-90BE92F4D797}" srcOrd="0" destOrd="0" presId="urn:microsoft.com/office/officeart/2005/8/layout/vList2"/>
    <dgm:cxn modelId="{751AEA6B-EB3A-4E85-8F3B-C2EF7A3152AD}" type="presOf" srcId="{256D24A2-83E1-4C0F-87B9-0963CC0343D4}" destId="{3A1EF1B2-934B-425E-A78A-6E3C2A431C1C}" srcOrd="0" destOrd="2" presId="urn:microsoft.com/office/officeart/2005/8/layout/vList2"/>
    <dgm:cxn modelId="{89B5614D-DF38-4B9B-92D4-D294524A5531}" type="presOf" srcId="{52AF7C7E-FA09-4996-A6C2-7F7B100BCBEA}" destId="{39DC406B-612D-4508-8A07-C2728BD70867}" srcOrd="0" destOrd="1" presId="urn:microsoft.com/office/officeart/2005/8/layout/vList2"/>
    <dgm:cxn modelId="{D109AE4F-D10A-40C0-806F-B065CEE52B12}" type="presOf" srcId="{3A9F0478-E030-4D05-8434-442C3D577CEF}" destId="{EB655E1E-271C-4B07-A3C0-5C89875A9B72}" srcOrd="0" destOrd="4" presId="urn:microsoft.com/office/officeart/2005/8/layout/vList2"/>
    <dgm:cxn modelId="{30592774-A070-45D3-BC2D-961F56EE1B21}" type="presOf" srcId="{BA1E6B71-63E8-4A58-8A6F-8E588A912DCA}" destId="{3A1EF1B2-934B-425E-A78A-6E3C2A431C1C}" srcOrd="0" destOrd="3" presId="urn:microsoft.com/office/officeart/2005/8/layout/vList2"/>
    <dgm:cxn modelId="{A3A6C755-EF71-4A0D-B570-1168F9AA6AF1}" srcId="{C1A84C77-4958-4126-9382-BEA59EFA3632}" destId="{6837FED5-FC86-4A39-B61A-7A1DBFB65B71}" srcOrd="0" destOrd="0" parTransId="{EAB8B4BF-3F05-41B1-BCB8-328247224ABA}" sibTransId="{45A9EF5F-EBA5-4444-803D-4CBDD8246ECF}"/>
    <dgm:cxn modelId="{6D79EE9B-B9DB-4389-BD83-46E2242ACEF9}" type="presOf" srcId="{93AA2ABF-31FC-40F8-B603-82DD1AC90AE2}" destId="{EB655E1E-271C-4B07-A3C0-5C89875A9B72}" srcOrd="0" destOrd="0" presId="urn:microsoft.com/office/officeart/2005/8/layout/vList2"/>
    <dgm:cxn modelId="{C215089E-5688-4A58-9175-5120CFE098AF}" type="presOf" srcId="{C1A84C77-4958-4126-9382-BEA59EFA3632}" destId="{62E88C61-2E38-416A-9E19-C789FF3EDA8D}" srcOrd="0" destOrd="0" presId="urn:microsoft.com/office/officeart/2005/8/layout/vList2"/>
    <dgm:cxn modelId="{36FB009F-5286-4458-8665-3A1C39FCA825}" type="presOf" srcId="{7380D102-3E6E-47E8-9284-B92CD5E0AB96}" destId="{1E637E45-59F3-4EF5-A77C-80AB3AF668ED}" srcOrd="0" destOrd="2" presId="urn:microsoft.com/office/officeart/2005/8/layout/vList2"/>
    <dgm:cxn modelId="{6487A09F-F45B-44D3-A33E-F1092C8AEE84}" type="presOf" srcId="{294535E2-4DC3-44D7-81A6-3A312EE3FC6F}" destId="{3A1EF1B2-934B-425E-A78A-6E3C2A431C1C}" srcOrd="0" destOrd="1" presId="urn:microsoft.com/office/officeart/2005/8/layout/vList2"/>
    <dgm:cxn modelId="{879288A8-4DF6-406C-9B98-34AB9122F01D}" srcId="{294535E2-4DC3-44D7-81A6-3A312EE3FC6F}" destId="{256D24A2-83E1-4C0F-87B9-0963CC0343D4}" srcOrd="0" destOrd="0" parTransId="{F9105C25-5CAF-4ECF-AB5E-065C3B1AF9C1}" sibTransId="{8BCB6996-BF40-4194-BD9E-847F558805D7}"/>
    <dgm:cxn modelId="{7EFB67AF-8D9E-4753-B6D9-73B44BC0D087}" type="presOf" srcId="{4A685DFA-1053-4705-8C6C-43648C97FEAD}" destId="{EB655E1E-271C-4B07-A3C0-5C89875A9B72}" srcOrd="0" destOrd="2" presId="urn:microsoft.com/office/officeart/2005/8/layout/vList2"/>
    <dgm:cxn modelId="{5454F7AF-D42F-4C50-AB2E-DC9DD5160835}" srcId="{B45BFB17-7119-416F-93CC-85E3BB1C5DC8}" destId="{93AA2ABF-31FC-40F8-B603-82DD1AC90AE2}" srcOrd="0" destOrd="0" parTransId="{CD4E9CD7-7B46-4988-AD05-49F9F11F8F0B}" sibTransId="{28F4F7A6-D53A-4439-803F-4CB1E529BA79}"/>
    <dgm:cxn modelId="{DEFB0DB4-4669-431D-A86D-012473DDBBF3}" type="presOf" srcId="{385D4C89-A696-4FC5-A5BE-DDA1DCCC33DA}" destId="{1E0E6152-11A6-48A8-A1D7-92D5838861FE}" srcOrd="0" destOrd="0" presId="urn:microsoft.com/office/officeart/2005/8/layout/vList2"/>
    <dgm:cxn modelId="{89C575B4-E12B-43D4-A3AD-27249FFE547E}" srcId="{52AF7C7E-FA09-4996-A6C2-7F7B100BCBEA}" destId="{6656568D-A909-4B2C-A14A-EE6C5E323786}" srcOrd="0" destOrd="0" parTransId="{4310496A-6CB8-400D-AFF1-0D5F80ED312D}" sibTransId="{47799D87-58BB-4C96-8254-EF8A114E0AE4}"/>
    <dgm:cxn modelId="{16971FB7-CCAB-47EA-8B1F-A0931756066A}" srcId="{294535E2-4DC3-44D7-81A6-3A312EE3FC6F}" destId="{AAE94AA6-840C-4056-9C7E-B591406650A4}" srcOrd="2" destOrd="0" parTransId="{35010BE9-4402-48E9-B989-8E0A5B745832}" sibTransId="{B3105951-1757-4403-AE5B-2E3ECD8364CA}"/>
    <dgm:cxn modelId="{D5FD07BA-C2C3-4C6B-934B-B20E6BC50A4F}" srcId="{385D4C89-A696-4FC5-A5BE-DDA1DCCC33DA}" destId="{52AF7C7E-FA09-4996-A6C2-7F7B100BCBEA}" srcOrd="1" destOrd="0" parTransId="{EB1B3AE0-8C6B-4C5B-BDE8-1A154F1D7116}" sibTransId="{93535C7D-9DC0-43C6-8A2B-61A6A836283B}"/>
    <dgm:cxn modelId="{F79C2AC2-8658-4E2B-92C1-E57C94886D36}" type="presOf" srcId="{8F581692-39AF-4682-B088-47271FCF8E56}" destId="{1E637E45-59F3-4EF5-A77C-80AB3AF668ED}" srcOrd="0" destOrd="1" presId="urn:microsoft.com/office/officeart/2005/8/layout/vList2"/>
    <dgm:cxn modelId="{A9E01DD3-0DEF-4BE7-B229-70F0F486653E}" type="presOf" srcId="{5314AF3F-BE04-4B80-A73B-CF55D6521C80}" destId="{EB655E1E-271C-4B07-A3C0-5C89875A9B72}" srcOrd="0" destOrd="1" presId="urn:microsoft.com/office/officeart/2005/8/layout/vList2"/>
    <dgm:cxn modelId="{6C5CC3D8-4C35-4CEF-B7AD-257261D3ED69}" type="presOf" srcId="{040150C3-E8FA-4B1B-805C-DA551844A1BF}" destId="{16EA2CFB-ED47-4BD8-B87C-F977BC527940}" srcOrd="0" destOrd="0" presId="urn:microsoft.com/office/officeart/2005/8/layout/vList2"/>
    <dgm:cxn modelId="{EAB34CE9-5116-4148-9864-972E2DDD19FC}" type="presOf" srcId="{EC77AE08-FB4C-4B15-8B1A-6142D941E20B}" destId="{1E637E45-59F3-4EF5-A77C-80AB3AF668ED}" srcOrd="0" destOrd="0" presId="urn:microsoft.com/office/officeart/2005/8/layout/vList2"/>
    <dgm:cxn modelId="{C215C2F1-2018-4BBD-87C8-6A3730F19B26}" srcId="{5314AF3F-BE04-4B80-A73B-CF55D6521C80}" destId="{4A685DFA-1053-4705-8C6C-43648C97FEAD}" srcOrd="0" destOrd="0" parTransId="{549B006D-018B-45A7-B169-3157BA520336}" sibTransId="{DBC37827-060F-49E0-ABAB-630A2E61DB56}"/>
    <dgm:cxn modelId="{A5941EF3-E332-4A2F-9C02-EA3A21B67353}" srcId="{EC77AE08-FB4C-4B15-8B1A-6142D941E20B}" destId="{8F581692-39AF-4682-B088-47271FCF8E56}" srcOrd="0" destOrd="0" parTransId="{8D1DB1BE-70C4-4FFD-9815-99429EF8AB34}" sibTransId="{32A571E2-4C4C-4E1F-8CC8-A4FFB51D268F}"/>
    <dgm:cxn modelId="{5517F3FB-9EC0-40CF-BA58-5C7D90AA40CC}" srcId="{6A249CC5-E93E-4AEC-867E-D59382E927FD}" destId="{3A9F0478-E030-4D05-8434-442C3D577CEF}" srcOrd="0" destOrd="0" parTransId="{43B3CBD2-4049-4C74-B8F8-C954D678E6B1}" sibTransId="{9B820A00-83DC-4E26-ABE6-E2A6FEF85F3C}"/>
    <dgm:cxn modelId="{FEAA2B2E-1E49-4DEE-89B0-94896E2732D7}" type="presParOf" srcId="{4D9FDE40-E7CE-4498-A20C-90BE92F4D797}" destId="{1E0E6152-11A6-48A8-A1D7-92D5838861FE}" srcOrd="0" destOrd="0" presId="urn:microsoft.com/office/officeart/2005/8/layout/vList2"/>
    <dgm:cxn modelId="{7B4F265E-8A72-426A-99C1-BE6B2C6B218E}" type="presParOf" srcId="{4D9FDE40-E7CE-4498-A20C-90BE92F4D797}" destId="{39DC406B-612D-4508-8A07-C2728BD70867}" srcOrd="1" destOrd="0" presId="urn:microsoft.com/office/officeart/2005/8/layout/vList2"/>
    <dgm:cxn modelId="{D7D56B44-9563-40B8-8B9D-2B8D2F9E7D4E}" type="presParOf" srcId="{4D9FDE40-E7CE-4498-A20C-90BE92F4D797}" destId="{16EA2CFB-ED47-4BD8-B87C-F977BC527940}" srcOrd="2" destOrd="0" presId="urn:microsoft.com/office/officeart/2005/8/layout/vList2"/>
    <dgm:cxn modelId="{FA62C8F9-1CF3-40C1-95DB-5C8A7618C314}" type="presParOf" srcId="{4D9FDE40-E7CE-4498-A20C-90BE92F4D797}" destId="{1E637E45-59F3-4EF5-A77C-80AB3AF668ED}" srcOrd="3" destOrd="0" presId="urn:microsoft.com/office/officeart/2005/8/layout/vList2"/>
    <dgm:cxn modelId="{FE88E886-BD56-411E-9C60-D58046A86002}" type="presParOf" srcId="{4D9FDE40-E7CE-4498-A20C-90BE92F4D797}" destId="{C9991C8F-CD2F-49B4-A9CD-B80700A0A93A}" srcOrd="4" destOrd="0" presId="urn:microsoft.com/office/officeart/2005/8/layout/vList2"/>
    <dgm:cxn modelId="{B4B8FA1C-75E0-423A-85C5-576DDFF80F0D}" type="presParOf" srcId="{4D9FDE40-E7CE-4498-A20C-90BE92F4D797}" destId="{EB655E1E-271C-4B07-A3C0-5C89875A9B72}" srcOrd="5" destOrd="0" presId="urn:microsoft.com/office/officeart/2005/8/layout/vList2"/>
    <dgm:cxn modelId="{602BD1C7-4CA9-4BF4-9E5F-306FDC976BC9}" type="presParOf" srcId="{4D9FDE40-E7CE-4498-A20C-90BE92F4D797}" destId="{62E88C61-2E38-416A-9E19-C789FF3EDA8D}" srcOrd="6" destOrd="0" presId="urn:microsoft.com/office/officeart/2005/8/layout/vList2"/>
    <dgm:cxn modelId="{BE571FCC-1130-4DC4-8900-34F58B856603}" type="presParOf" srcId="{4D9FDE40-E7CE-4498-A20C-90BE92F4D797}" destId="{3A1EF1B2-934B-425E-A78A-6E3C2A431C1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3FA862-CF7F-4B1D-8E7F-6F45ADDEA0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DC6A5037-2DE7-4A12-BA79-437D2F051BA6}">
      <dgm:prSet/>
      <dgm:spPr>
        <a:solidFill>
          <a:srgbClr val="000050"/>
        </a:solidFill>
      </dgm:spPr>
      <dgm:t>
        <a:bodyPr/>
        <a:lstStyle/>
        <a:p>
          <a:r>
            <a:rPr lang="pt-BR" dirty="0"/>
            <a:t>A POO se consolidou através de quatro pilares fundamentais:</a:t>
          </a:r>
        </a:p>
      </dgm:t>
    </dgm:pt>
    <dgm:pt modelId="{32E86960-AC41-49FF-B94C-9AC810239ECC}" type="parTrans" cxnId="{481821E2-0416-47DF-A9F7-C0EAADA12B45}">
      <dgm:prSet/>
      <dgm:spPr/>
      <dgm:t>
        <a:bodyPr/>
        <a:lstStyle/>
        <a:p>
          <a:endParaRPr lang="pt-BR"/>
        </a:p>
      </dgm:t>
    </dgm:pt>
    <dgm:pt modelId="{A60C1B97-4358-4AF6-A3DC-0EA3EB08BACF}" type="sibTrans" cxnId="{481821E2-0416-47DF-A9F7-C0EAADA12B45}">
      <dgm:prSet/>
      <dgm:spPr/>
      <dgm:t>
        <a:bodyPr/>
        <a:lstStyle/>
        <a:p>
          <a:endParaRPr lang="pt-BR"/>
        </a:p>
      </dgm:t>
    </dgm:pt>
    <dgm:pt modelId="{FCF9CD28-F5AA-4BC3-8D57-270865296425}">
      <dgm:prSet/>
      <dgm:spPr>
        <a:solidFill>
          <a:srgbClr val="033E8C"/>
        </a:solidFill>
      </dgm:spPr>
      <dgm:t>
        <a:bodyPr/>
        <a:lstStyle/>
        <a:p>
          <a:r>
            <a:rPr lang="pt-BR" b="1" dirty="0"/>
            <a:t>Abstração</a:t>
          </a:r>
          <a:endParaRPr lang="pt-BR" dirty="0"/>
        </a:p>
      </dgm:t>
    </dgm:pt>
    <dgm:pt modelId="{C7BC1628-0BB5-47D0-BAE9-B296AED4A34A}" type="parTrans" cxnId="{9C76F5EE-157C-4AB5-B7DD-D511F0536218}">
      <dgm:prSet/>
      <dgm:spPr/>
      <dgm:t>
        <a:bodyPr/>
        <a:lstStyle/>
        <a:p>
          <a:endParaRPr lang="pt-BR"/>
        </a:p>
      </dgm:t>
    </dgm:pt>
    <dgm:pt modelId="{7E94C848-0FE8-4D51-A971-685B817A98E0}" type="sibTrans" cxnId="{9C76F5EE-157C-4AB5-B7DD-D511F0536218}">
      <dgm:prSet/>
      <dgm:spPr/>
      <dgm:t>
        <a:bodyPr/>
        <a:lstStyle/>
        <a:p>
          <a:endParaRPr lang="pt-BR"/>
        </a:p>
      </dgm:t>
    </dgm:pt>
    <dgm:pt modelId="{690A7D6B-F9D3-49F0-8BA0-440DC0D207BB}">
      <dgm:prSet/>
      <dgm:spPr/>
      <dgm:t>
        <a:bodyPr/>
        <a:lstStyle/>
        <a:p>
          <a:r>
            <a:rPr lang="pt-BR" dirty="0"/>
            <a:t>Representar apenas o que é importante para o sistema. </a:t>
          </a:r>
        </a:p>
      </dgm:t>
    </dgm:pt>
    <dgm:pt modelId="{8A86C671-D8DA-45E6-B585-B03CF44A3554}" type="parTrans" cxnId="{961FC1E7-3E83-4E8B-A678-11F26C1CA5F4}">
      <dgm:prSet/>
      <dgm:spPr/>
      <dgm:t>
        <a:bodyPr/>
        <a:lstStyle/>
        <a:p>
          <a:endParaRPr lang="pt-BR"/>
        </a:p>
      </dgm:t>
    </dgm:pt>
    <dgm:pt modelId="{F9230CB3-475A-4E16-9D45-D87D03C574F3}" type="sibTrans" cxnId="{961FC1E7-3E83-4E8B-A678-11F26C1CA5F4}">
      <dgm:prSet/>
      <dgm:spPr/>
      <dgm:t>
        <a:bodyPr/>
        <a:lstStyle/>
        <a:p>
          <a:endParaRPr lang="pt-BR"/>
        </a:p>
      </dgm:t>
    </dgm:pt>
    <dgm:pt modelId="{83A7B659-5B3B-44B3-B877-A5BCB16DCF3B}">
      <dgm:prSet/>
      <dgm:spPr>
        <a:solidFill>
          <a:srgbClr val="033E8C"/>
        </a:solidFill>
      </dgm:spPr>
      <dgm:t>
        <a:bodyPr/>
        <a:lstStyle/>
        <a:p>
          <a:r>
            <a:rPr lang="pt-BR" b="1" dirty="0"/>
            <a:t>Encapsulamento</a:t>
          </a:r>
          <a:endParaRPr lang="pt-BR" dirty="0"/>
        </a:p>
      </dgm:t>
    </dgm:pt>
    <dgm:pt modelId="{7846D4C5-9008-4B30-A659-844A2FCD0FF5}" type="parTrans" cxnId="{0111641D-E8A5-4D08-9156-E9F0C44958D6}">
      <dgm:prSet/>
      <dgm:spPr/>
      <dgm:t>
        <a:bodyPr/>
        <a:lstStyle/>
        <a:p>
          <a:endParaRPr lang="pt-BR"/>
        </a:p>
      </dgm:t>
    </dgm:pt>
    <dgm:pt modelId="{6EDA284A-AD21-4E2E-BF3E-9257323305E1}" type="sibTrans" cxnId="{0111641D-E8A5-4D08-9156-E9F0C44958D6}">
      <dgm:prSet/>
      <dgm:spPr/>
      <dgm:t>
        <a:bodyPr/>
        <a:lstStyle/>
        <a:p>
          <a:endParaRPr lang="pt-BR"/>
        </a:p>
      </dgm:t>
    </dgm:pt>
    <dgm:pt modelId="{9F35D2AF-1777-43CA-9A5D-07EE1E7CAFE5}">
      <dgm:prSet/>
      <dgm:spPr/>
      <dgm:t>
        <a:bodyPr/>
        <a:lstStyle/>
        <a:p>
          <a:r>
            <a:rPr lang="pt-BR" dirty="0"/>
            <a:t>Esconder detalhes internos e proteger os dados. </a:t>
          </a:r>
        </a:p>
      </dgm:t>
    </dgm:pt>
    <dgm:pt modelId="{E3648765-953B-4048-85C7-8DC0AF7AD463}" type="parTrans" cxnId="{1FE735AD-6A41-496C-85B8-1743D8D2DCC6}">
      <dgm:prSet/>
      <dgm:spPr/>
      <dgm:t>
        <a:bodyPr/>
        <a:lstStyle/>
        <a:p>
          <a:endParaRPr lang="pt-BR"/>
        </a:p>
      </dgm:t>
    </dgm:pt>
    <dgm:pt modelId="{649215F9-58A7-4183-A845-25E763A9F246}" type="sibTrans" cxnId="{1FE735AD-6A41-496C-85B8-1743D8D2DCC6}">
      <dgm:prSet/>
      <dgm:spPr/>
      <dgm:t>
        <a:bodyPr/>
        <a:lstStyle/>
        <a:p>
          <a:endParaRPr lang="pt-BR"/>
        </a:p>
      </dgm:t>
    </dgm:pt>
    <dgm:pt modelId="{4933BC5E-F131-46DC-BC39-A1E8A014AA14}">
      <dgm:prSet/>
      <dgm:spPr>
        <a:solidFill>
          <a:srgbClr val="033E8C"/>
        </a:solidFill>
      </dgm:spPr>
      <dgm:t>
        <a:bodyPr/>
        <a:lstStyle/>
        <a:p>
          <a:r>
            <a:rPr lang="pt-BR" b="1" dirty="0"/>
            <a:t>Herança</a:t>
          </a:r>
          <a:endParaRPr lang="pt-BR" dirty="0"/>
        </a:p>
      </dgm:t>
    </dgm:pt>
    <dgm:pt modelId="{599EE1D3-BFD6-4AB3-9292-9A780C67A6BA}" type="parTrans" cxnId="{E5979A41-1C1D-41F0-BA57-0B1520131BC0}">
      <dgm:prSet/>
      <dgm:spPr/>
      <dgm:t>
        <a:bodyPr/>
        <a:lstStyle/>
        <a:p>
          <a:endParaRPr lang="pt-BR"/>
        </a:p>
      </dgm:t>
    </dgm:pt>
    <dgm:pt modelId="{718F54A0-4DFF-4544-8E9B-3047C59EFB86}" type="sibTrans" cxnId="{E5979A41-1C1D-41F0-BA57-0B1520131BC0}">
      <dgm:prSet/>
      <dgm:spPr/>
      <dgm:t>
        <a:bodyPr/>
        <a:lstStyle/>
        <a:p>
          <a:endParaRPr lang="pt-BR"/>
        </a:p>
      </dgm:t>
    </dgm:pt>
    <dgm:pt modelId="{FE77B6A5-C007-4AB1-B777-3B04FB45D126}">
      <dgm:prSet/>
      <dgm:spPr/>
      <dgm:t>
        <a:bodyPr/>
        <a:lstStyle/>
        <a:p>
          <a:r>
            <a:rPr lang="pt-BR" dirty="0"/>
            <a:t>Permitir reutilização de código entre classes. </a:t>
          </a:r>
        </a:p>
      </dgm:t>
    </dgm:pt>
    <dgm:pt modelId="{C08D5BDD-0C69-4D56-9A42-A12077DD3F3E}" type="parTrans" cxnId="{D2C717F7-3ACC-4E52-A938-1237410D205E}">
      <dgm:prSet/>
      <dgm:spPr/>
      <dgm:t>
        <a:bodyPr/>
        <a:lstStyle/>
        <a:p>
          <a:endParaRPr lang="pt-BR"/>
        </a:p>
      </dgm:t>
    </dgm:pt>
    <dgm:pt modelId="{8ADA62C1-F967-4234-BA3B-AB019FD795DC}" type="sibTrans" cxnId="{D2C717F7-3ACC-4E52-A938-1237410D205E}">
      <dgm:prSet/>
      <dgm:spPr/>
      <dgm:t>
        <a:bodyPr/>
        <a:lstStyle/>
        <a:p>
          <a:endParaRPr lang="pt-BR"/>
        </a:p>
      </dgm:t>
    </dgm:pt>
    <dgm:pt modelId="{0E8B01AC-1FEB-429B-96E2-46BC4434978C}">
      <dgm:prSet/>
      <dgm:spPr>
        <a:solidFill>
          <a:srgbClr val="033E8C"/>
        </a:solidFill>
      </dgm:spPr>
      <dgm:t>
        <a:bodyPr/>
        <a:lstStyle/>
        <a:p>
          <a:r>
            <a:rPr lang="pt-BR" b="1" dirty="0"/>
            <a:t>Polimorfismo</a:t>
          </a:r>
          <a:endParaRPr lang="pt-BR" dirty="0"/>
        </a:p>
      </dgm:t>
    </dgm:pt>
    <dgm:pt modelId="{AF359731-A2A4-4ED4-80F3-0C910DA1566B}" type="parTrans" cxnId="{E5DBB22D-B6B3-4818-A629-351E17B9495C}">
      <dgm:prSet/>
      <dgm:spPr/>
      <dgm:t>
        <a:bodyPr/>
        <a:lstStyle/>
        <a:p>
          <a:endParaRPr lang="pt-BR"/>
        </a:p>
      </dgm:t>
    </dgm:pt>
    <dgm:pt modelId="{C50828C0-E18A-4B40-AF49-751974CD8AF9}" type="sibTrans" cxnId="{E5DBB22D-B6B3-4818-A629-351E17B9495C}">
      <dgm:prSet/>
      <dgm:spPr/>
      <dgm:t>
        <a:bodyPr/>
        <a:lstStyle/>
        <a:p>
          <a:endParaRPr lang="pt-BR"/>
        </a:p>
      </dgm:t>
    </dgm:pt>
    <dgm:pt modelId="{44A027D4-F747-421D-BA74-382C614546FD}">
      <dgm:prSet/>
      <dgm:spPr/>
      <dgm:t>
        <a:bodyPr/>
        <a:lstStyle/>
        <a:p>
          <a:r>
            <a:rPr lang="pt-BR" dirty="0"/>
            <a:t>Permitir diferentes comportamentos para o mesmo método. </a:t>
          </a:r>
        </a:p>
      </dgm:t>
    </dgm:pt>
    <dgm:pt modelId="{22430396-A706-456D-AD5B-F854600D6B0B}" type="parTrans" cxnId="{C5CED557-86C5-4C05-972C-FCD0556F9343}">
      <dgm:prSet/>
      <dgm:spPr/>
      <dgm:t>
        <a:bodyPr/>
        <a:lstStyle/>
        <a:p>
          <a:endParaRPr lang="pt-BR"/>
        </a:p>
      </dgm:t>
    </dgm:pt>
    <dgm:pt modelId="{44175A1A-2160-43AD-89CA-24CF47F4D45F}" type="sibTrans" cxnId="{C5CED557-86C5-4C05-972C-FCD0556F9343}">
      <dgm:prSet/>
      <dgm:spPr/>
      <dgm:t>
        <a:bodyPr/>
        <a:lstStyle/>
        <a:p>
          <a:endParaRPr lang="pt-BR"/>
        </a:p>
      </dgm:t>
    </dgm:pt>
    <dgm:pt modelId="{2FBC3CB9-9CD2-4FB4-ABD1-A6D64441F9CD}" type="pres">
      <dgm:prSet presAssocID="{F83FA862-CF7F-4B1D-8E7F-6F45ADDEA0BE}" presName="linear" presStyleCnt="0">
        <dgm:presLayoutVars>
          <dgm:animLvl val="lvl"/>
          <dgm:resizeHandles val="exact"/>
        </dgm:presLayoutVars>
      </dgm:prSet>
      <dgm:spPr/>
    </dgm:pt>
    <dgm:pt modelId="{58C5198B-61F8-425C-96A0-8EC86DE9528D}" type="pres">
      <dgm:prSet presAssocID="{DC6A5037-2DE7-4A12-BA79-437D2F051BA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8B51106-EEE9-4CF8-96C7-00B26CDF790B}" type="pres">
      <dgm:prSet presAssocID="{A60C1B97-4358-4AF6-A3DC-0EA3EB08BACF}" presName="spacer" presStyleCnt="0"/>
      <dgm:spPr/>
    </dgm:pt>
    <dgm:pt modelId="{814AE7DE-87D1-4A5E-9261-9B0362C6C55E}" type="pres">
      <dgm:prSet presAssocID="{FCF9CD28-F5AA-4BC3-8D57-27086529642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3E37D67-6401-4D5E-AEAA-12904207ADED}" type="pres">
      <dgm:prSet presAssocID="{FCF9CD28-F5AA-4BC3-8D57-270865296425}" presName="childText" presStyleLbl="revTx" presStyleIdx="0" presStyleCnt="4">
        <dgm:presLayoutVars>
          <dgm:bulletEnabled val="1"/>
        </dgm:presLayoutVars>
      </dgm:prSet>
      <dgm:spPr/>
    </dgm:pt>
    <dgm:pt modelId="{2F8192DF-278A-4A38-A6F9-724C2CBDF830}" type="pres">
      <dgm:prSet presAssocID="{83A7B659-5B3B-44B3-B877-A5BCB16DCF3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5301379-271F-4C4F-991C-43A8EA48993A}" type="pres">
      <dgm:prSet presAssocID="{83A7B659-5B3B-44B3-B877-A5BCB16DCF3B}" presName="childText" presStyleLbl="revTx" presStyleIdx="1" presStyleCnt="4">
        <dgm:presLayoutVars>
          <dgm:bulletEnabled val="1"/>
        </dgm:presLayoutVars>
      </dgm:prSet>
      <dgm:spPr/>
    </dgm:pt>
    <dgm:pt modelId="{D550C44F-3CC1-4790-A781-5F74E645209B}" type="pres">
      <dgm:prSet presAssocID="{4933BC5E-F131-46DC-BC39-A1E8A014AA1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D9A9F65-083E-4F72-B0CC-3E99E1A4A6A1}" type="pres">
      <dgm:prSet presAssocID="{4933BC5E-F131-46DC-BC39-A1E8A014AA14}" presName="childText" presStyleLbl="revTx" presStyleIdx="2" presStyleCnt="4">
        <dgm:presLayoutVars>
          <dgm:bulletEnabled val="1"/>
        </dgm:presLayoutVars>
      </dgm:prSet>
      <dgm:spPr/>
    </dgm:pt>
    <dgm:pt modelId="{F966464C-06B3-4325-9E39-D079AACD59E3}" type="pres">
      <dgm:prSet presAssocID="{0E8B01AC-1FEB-429B-96E2-46BC4434978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8EEA1790-5FF6-4B83-9AF8-E39ADBC0B528}" type="pres">
      <dgm:prSet presAssocID="{0E8B01AC-1FEB-429B-96E2-46BC4434978C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0111641D-E8A5-4D08-9156-E9F0C44958D6}" srcId="{F83FA862-CF7F-4B1D-8E7F-6F45ADDEA0BE}" destId="{83A7B659-5B3B-44B3-B877-A5BCB16DCF3B}" srcOrd="2" destOrd="0" parTransId="{7846D4C5-9008-4B30-A659-844A2FCD0FF5}" sibTransId="{6EDA284A-AD21-4E2E-BF3E-9257323305E1}"/>
    <dgm:cxn modelId="{E5DBB22D-B6B3-4818-A629-351E17B9495C}" srcId="{F83FA862-CF7F-4B1D-8E7F-6F45ADDEA0BE}" destId="{0E8B01AC-1FEB-429B-96E2-46BC4434978C}" srcOrd="4" destOrd="0" parTransId="{AF359731-A2A4-4ED4-80F3-0C910DA1566B}" sibTransId="{C50828C0-E18A-4B40-AF49-751974CD8AF9}"/>
    <dgm:cxn modelId="{E5979A41-1C1D-41F0-BA57-0B1520131BC0}" srcId="{F83FA862-CF7F-4B1D-8E7F-6F45ADDEA0BE}" destId="{4933BC5E-F131-46DC-BC39-A1E8A014AA14}" srcOrd="3" destOrd="0" parTransId="{599EE1D3-BFD6-4AB3-9292-9A780C67A6BA}" sibTransId="{718F54A0-4DFF-4544-8E9B-3047C59EFB86}"/>
    <dgm:cxn modelId="{90796364-B1DF-42F9-BBA2-ABB2A66BDE5C}" type="presOf" srcId="{690A7D6B-F9D3-49F0-8BA0-440DC0D207BB}" destId="{A3E37D67-6401-4D5E-AEAA-12904207ADED}" srcOrd="0" destOrd="0" presId="urn:microsoft.com/office/officeart/2005/8/layout/vList2"/>
    <dgm:cxn modelId="{18207177-65DC-4CF5-A179-84D8C5E97F69}" type="presOf" srcId="{FCF9CD28-F5AA-4BC3-8D57-270865296425}" destId="{814AE7DE-87D1-4A5E-9261-9B0362C6C55E}" srcOrd="0" destOrd="0" presId="urn:microsoft.com/office/officeart/2005/8/layout/vList2"/>
    <dgm:cxn modelId="{C5CED557-86C5-4C05-972C-FCD0556F9343}" srcId="{0E8B01AC-1FEB-429B-96E2-46BC4434978C}" destId="{44A027D4-F747-421D-BA74-382C614546FD}" srcOrd="0" destOrd="0" parTransId="{22430396-A706-456D-AD5B-F854600D6B0B}" sibTransId="{44175A1A-2160-43AD-89CA-24CF47F4D45F}"/>
    <dgm:cxn modelId="{EB5D9493-CC97-495F-BD86-B6569461E920}" type="presOf" srcId="{9F35D2AF-1777-43CA-9A5D-07EE1E7CAFE5}" destId="{35301379-271F-4C4F-991C-43A8EA48993A}" srcOrd="0" destOrd="0" presId="urn:microsoft.com/office/officeart/2005/8/layout/vList2"/>
    <dgm:cxn modelId="{C1061C94-EF48-4CFA-A740-59827568DCAF}" type="presOf" srcId="{4933BC5E-F131-46DC-BC39-A1E8A014AA14}" destId="{D550C44F-3CC1-4790-A781-5F74E645209B}" srcOrd="0" destOrd="0" presId="urn:microsoft.com/office/officeart/2005/8/layout/vList2"/>
    <dgm:cxn modelId="{33E6F195-19E2-4E7A-BA39-25DE3615004B}" type="presOf" srcId="{FE77B6A5-C007-4AB1-B777-3B04FB45D126}" destId="{7D9A9F65-083E-4F72-B0CC-3E99E1A4A6A1}" srcOrd="0" destOrd="0" presId="urn:microsoft.com/office/officeart/2005/8/layout/vList2"/>
    <dgm:cxn modelId="{DAE2BCAC-B82D-4E04-8F39-6596918DA6F8}" type="presOf" srcId="{44A027D4-F747-421D-BA74-382C614546FD}" destId="{8EEA1790-5FF6-4B83-9AF8-E39ADBC0B528}" srcOrd="0" destOrd="0" presId="urn:microsoft.com/office/officeart/2005/8/layout/vList2"/>
    <dgm:cxn modelId="{1FE735AD-6A41-496C-85B8-1743D8D2DCC6}" srcId="{83A7B659-5B3B-44B3-B877-A5BCB16DCF3B}" destId="{9F35D2AF-1777-43CA-9A5D-07EE1E7CAFE5}" srcOrd="0" destOrd="0" parTransId="{E3648765-953B-4048-85C7-8DC0AF7AD463}" sibTransId="{649215F9-58A7-4183-A845-25E763A9F246}"/>
    <dgm:cxn modelId="{C7E402AE-0026-4131-BA3E-874613BB1B71}" type="presOf" srcId="{0E8B01AC-1FEB-429B-96E2-46BC4434978C}" destId="{F966464C-06B3-4325-9E39-D079AACD59E3}" srcOrd="0" destOrd="0" presId="urn:microsoft.com/office/officeart/2005/8/layout/vList2"/>
    <dgm:cxn modelId="{B30369B3-3291-4E7F-88F9-9000048319D2}" type="presOf" srcId="{F83FA862-CF7F-4B1D-8E7F-6F45ADDEA0BE}" destId="{2FBC3CB9-9CD2-4FB4-ABD1-A6D64441F9CD}" srcOrd="0" destOrd="0" presId="urn:microsoft.com/office/officeart/2005/8/layout/vList2"/>
    <dgm:cxn modelId="{18F170C9-2D97-4AF8-A3D6-629BAF84CD41}" type="presOf" srcId="{83A7B659-5B3B-44B3-B877-A5BCB16DCF3B}" destId="{2F8192DF-278A-4A38-A6F9-724C2CBDF830}" srcOrd="0" destOrd="0" presId="urn:microsoft.com/office/officeart/2005/8/layout/vList2"/>
    <dgm:cxn modelId="{7CEE82CB-C67E-40E9-924F-2D0DFEA955C7}" type="presOf" srcId="{DC6A5037-2DE7-4A12-BA79-437D2F051BA6}" destId="{58C5198B-61F8-425C-96A0-8EC86DE9528D}" srcOrd="0" destOrd="0" presId="urn:microsoft.com/office/officeart/2005/8/layout/vList2"/>
    <dgm:cxn modelId="{481821E2-0416-47DF-A9F7-C0EAADA12B45}" srcId="{F83FA862-CF7F-4B1D-8E7F-6F45ADDEA0BE}" destId="{DC6A5037-2DE7-4A12-BA79-437D2F051BA6}" srcOrd="0" destOrd="0" parTransId="{32E86960-AC41-49FF-B94C-9AC810239ECC}" sibTransId="{A60C1B97-4358-4AF6-A3DC-0EA3EB08BACF}"/>
    <dgm:cxn modelId="{961FC1E7-3E83-4E8B-A678-11F26C1CA5F4}" srcId="{FCF9CD28-F5AA-4BC3-8D57-270865296425}" destId="{690A7D6B-F9D3-49F0-8BA0-440DC0D207BB}" srcOrd="0" destOrd="0" parTransId="{8A86C671-D8DA-45E6-B585-B03CF44A3554}" sibTransId="{F9230CB3-475A-4E16-9D45-D87D03C574F3}"/>
    <dgm:cxn modelId="{9C76F5EE-157C-4AB5-B7DD-D511F0536218}" srcId="{F83FA862-CF7F-4B1D-8E7F-6F45ADDEA0BE}" destId="{FCF9CD28-F5AA-4BC3-8D57-270865296425}" srcOrd="1" destOrd="0" parTransId="{C7BC1628-0BB5-47D0-BAE9-B296AED4A34A}" sibTransId="{7E94C848-0FE8-4D51-A971-685B817A98E0}"/>
    <dgm:cxn modelId="{D2C717F7-3ACC-4E52-A938-1237410D205E}" srcId="{4933BC5E-F131-46DC-BC39-A1E8A014AA14}" destId="{FE77B6A5-C007-4AB1-B777-3B04FB45D126}" srcOrd="0" destOrd="0" parTransId="{C08D5BDD-0C69-4D56-9A42-A12077DD3F3E}" sibTransId="{8ADA62C1-F967-4234-BA3B-AB019FD795DC}"/>
    <dgm:cxn modelId="{4B083CE6-7040-40B6-AEC2-CE50630DDBC5}" type="presParOf" srcId="{2FBC3CB9-9CD2-4FB4-ABD1-A6D64441F9CD}" destId="{58C5198B-61F8-425C-96A0-8EC86DE9528D}" srcOrd="0" destOrd="0" presId="urn:microsoft.com/office/officeart/2005/8/layout/vList2"/>
    <dgm:cxn modelId="{9D8DDCEC-5A1A-40CF-8267-4A71F8185922}" type="presParOf" srcId="{2FBC3CB9-9CD2-4FB4-ABD1-A6D64441F9CD}" destId="{28B51106-EEE9-4CF8-96C7-00B26CDF790B}" srcOrd="1" destOrd="0" presId="urn:microsoft.com/office/officeart/2005/8/layout/vList2"/>
    <dgm:cxn modelId="{C75C79D1-82CC-42AF-9DF3-BC2068615709}" type="presParOf" srcId="{2FBC3CB9-9CD2-4FB4-ABD1-A6D64441F9CD}" destId="{814AE7DE-87D1-4A5E-9261-9B0362C6C55E}" srcOrd="2" destOrd="0" presId="urn:microsoft.com/office/officeart/2005/8/layout/vList2"/>
    <dgm:cxn modelId="{C96D2416-BF01-4D2F-B144-D751AF50CDC1}" type="presParOf" srcId="{2FBC3CB9-9CD2-4FB4-ABD1-A6D64441F9CD}" destId="{A3E37D67-6401-4D5E-AEAA-12904207ADED}" srcOrd="3" destOrd="0" presId="urn:microsoft.com/office/officeart/2005/8/layout/vList2"/>
    <dgm:cxn modelId="{AD3D84D1-83DB-4436-9F75-3D060E2184D6}" type="presParOf" srcId="{2FBC3CB9-9CD2-4FB4-ABD1-A6D64441F9CD}" destId="{2F8192DF-278A-4A38-A6F9-724C2CBDF830}" srcOrd="4" destOrd="0" presId="urn:microsoft.com/office/officeart/2005/8/layout/vList2"/>
    <dgm:cxn modelId="{B4B864BB-1A33-4BB9-8720-BEACDC90A758}" type="presParOf" srcId="{2FBC3CB9-9CD2-4FB4-ABD1-A6D64441F9CD}" destId="{35301379-271F-4C4F-991C-43A8EA48993A}" srcOrd="5" destOrd="0" presId="urn:microsoft.com/office/officeart/2005/8/layout/vList2"/>
    <dgm:cxn modelId="{F9FDF85C-17D1-445E-9479-3AD792F4742B}" type="presParOf" srcId="{2FBC3CB9-9CD2-4FB4-ABD1-A6D64441F9CD}" destId="{D550C44F-3CC1-4790-A781-5F74E645209B}" srcOrd="6" destOrd="0" presId="urn:microsoft.com/office/officeart/2005/8/layout/vList2"/>
    <dgm:cxn modelId="{F5D4EA02-479C-429F-A29A-27869EAE7ED6}" type="presParOf" srcId="{2FBC3CB9-9CD2-4FB4-ABD1-A6D64441F9CD}" destId="{7D9A9F65-083E-4F72-B0CC-3E99E1A4A6A1}" srcOrd="7" destOrd="0" presId="urn:microsoft.com/office/officeart/2005/8/layout/vList2"/>
    <dgm:cxn modelId="{46CA9EC3-FC83-4E09-BCEA-B5CB9BF87920}" type="presParOf" srcId="{2FBC3CB9-9CD2-4FB4-ABD1-A6D64441F9CD}" destId="{F966464C-06B3-4325-9E39-D079AACD59E3}" srcOrd="8" destOrd="0" presId="urn:microsoft.com/office/officeart/2005/8/layout/vList2"/>
    <dgm:cxn modelId="{6B3EB3F9-E637-4E61-B0BF-5BB5BC59900E}" type="presParOf" srcId="{2FBC3CB9-9CD2-4FB4-ABD1-A6D64441F9CD}" destId="{8EEA1790-5FF6-4B83-9AF8-E39ADBC0B528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49BAFF-B955-44C6-A4BA-7350DD37838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AB0798DB-0528-48E0-9D47-D9BA59107495}">
      <dgm:prSet custT="1"/>
      <dgm:spPr>
        <a:solidFill>
          <a:srgbClr val="000050"/>
        </a:solidFill>
      </dgm:spPr>
      <dgm:t>
        <a:bodyPr/>
        <a:lstStyle/>
        <a:p>
          <a:r>
            <a:rPr lang="pt-BR" sz="2400"/>
            <a:t>A POO aproxima o software da forma como os humanos pensam. </a:t>
          </a:r>
        </a:p>
      </dgm:t>
    </dgm:pt>
    <dgm:pt modelId="{2CBFD0C7-8147-47E2-B211-739CC3D4FD30}" type="parTrans" cxnId="{0192B9C1-117B-4CB9-9331-C471ADF8E86B}">
      <dgm:prSet/>
      <dgm:spPr/>
      <dgm:t>
        <a:bodyPr/>
        <a:lstStyle/>
        <a:p>
          <a:endParaRPr lang="pt-BR" sz="2800"/>
        </a:p>
      </dgm:t>
    </dgm:pt>
    <dgm:pt modelId="{0D8A95A2-634A-4887-8FC6-1E117D0D0BF8}" type="sibTrans" cxnId="{0192B9C1-117B-4CB9-9331-C471ADF8E86B}">
      <dgm:prSet custT="1"/>
      <dgm:spPr/>
      <dgm:t>
        <a:bodyPr/>
        <a:lstStyle/>
        <a:p>
          <a:endParaRPr lang="pt-BR" sz="2000"/>
        </a:p>
      </dgm:t>
    </dgm:pt>
    <dgm:pt modelId="{0C449330-8D4C-400B-9A57-CF5487073EEA}">
      <dgm:prSet custT="1"/>
      <dgm:spPr>
        <a:solidFill>
          <a:srgbClr val="0367A6"/>
        </a:solidFill>
      </dgm:spPr>
      <dgm:t>
        <a:bodyPr/>
        <a:lstStyle/>
        <a:p>
          <a:r>
            <a:rPr lang="pt-BR" sz="2400"/>
            <a:t>Já a programação estruturada se aproxima mais da lógica da máquina. </a:t>
          </a:r>
        </a:p>
      </dgm:t>
    </dgm:pt>
    <dgm:pt modelId="{591AB0D5-E14A-4E1C-AB29-92002B3E5D25}" type="parTrans" cxnId="{27653A48-E4F5-47F7-91E5-CC59C9515C9C}">
      <dgm:prSet/>
      <dgm:spPr/>
      <dgm:t>
        <a:bodyPr/>
        <a:lstStyle/>
        <a:p>
          <a:endParaRPr lang="pt-BR" sz="2800"/>
        </a:p>
      </dgm:t>
    </dgm:pt>
    <dgm:pt modelId="{C38ECCBD-BCB4-41E4-974C-0CB4A85B6458}" type="sibTrans" cxnId="{27653A48-E4F5-47F7-91E5-CC59C9515C9C}">
      <dgm:prSet/>
      <dgm:spPr/>
      <dgm:t>
        <a:bodyPr/>
        <a:lstStyle/>
        <a:p>
          <a:endParaRPr lang="pt-BR" sz="2800"/>
        </a:p>
      </dgm:t>
    </dgm:pt>
    <dgm:pt modelId="{6E643572-BFA6-4CC0-8E0E-B9FBEC83D53F}" type="pres">
      <dgm:prSet presAssocID="{1349BAFF-B955-44C6-A4BA-7350DD378383}" presName="Name0" presStyleCnt="0">
        <dgm:presLayoutVars>
          <dgm:dir/>
          <dgm:resizeHandles val="exact"/>
        </dgm:presLayoutVars>
      </dgm:prSet>
      <dgm:spPr/>
    </dgm:pt>
    <dgm:pt modelId="{C5AE4261-0A66-4907-9B27-445C2E075549}" type="pres">
      <dgm:prSet presAssocID="{AB0798DB-0528-48E0-9D47-D9BA59107495}" presName="node" presStyleLbl="node1" presStyleIdx="0" presStyleCnt="2">
        <dgm:presLayoutVars>
          <dgm:bulletEnabled val="1"/>
        </dgm:presLayoutVars>
      </dgm:prSet>
      <dgm:spPr/>
    </dgm:pt>
    <dgm:pt modelId="{80EF5BB8-5621-420D-93DC-36CF813B88B3}" type="pres">
      <dgm:prSet presAssocID="{0D8A95A2-634A-4887-8FC6-1E117D0D0BF8}" presName="sibTrans" presStyleLbl="sibTrans2D1" presStyleIdx="0" presStyleCnt="1"/>
      <dgm:spPr/>
    </dgm:pt>
    <dgm:pt modelId="{BD6F7E9A-C6E5-400C-9067-28ECC50949B9}" type="pres">
      <dgm:prSet presAssocID="{0D8A95A2-634A-4887-8FC6-1E117D0D0BF8}" presName="connectorText" presStyleLbl="sibTrans2D1" presStyleIdx="0" presStyleCnt="1"/>
      <dgm:spPr/>
    </dgm:pt>
    <dgm:pt modelId="{08A08532-901D-4937-999E-700FE657548A}" type="pres">
      <dgm:prSet presAssocID="{0C449330-8D4C-400B-9A57-CF5487073EEA}" presName="node" presStyleLbl="node1" presStyleIdx="1" presStyleCnt="2">
        <dgm:presLayoutVars>
          <dgm:bulletEnabled val="1"/>
        </dgm:presLayoutVars>
      </dgm:prSet>
      <dgm:spPr/>
    </dgm:pt>
  </dgm:ptLst>
  <dgm:cxnLst>
    <dgm:cxn modelId="{AD430404-B0E2-4018-A964-82B0834198B7}" type="presOf" srcId="{0D8A95A2-634A-4887-8FC6-1E117D0D0BF8}" destId="{80EF5BB8-5621-420D-93DC-36CF813B88B3}" srcOrd="0" destOrd="0" presId="urn:microsoft.com/office/officeart/2005/8/layout/process1"/>
    <dgm:cxn modelId="{4C5C8D34-47CC-4B89-97DB-EDD716872105}" type="presOf" srcId="{AB0798DB-0528-48E0-9D47-D9BA59107495}" destId="{C5AE4261-0A66-4907-9B27-445C2E075549}" srcOrd="0" destOrd="0" presId="urn:microsoft.com/office/officeart/2005/8/layout/process1"/>
    <dgm:cxn modelId="{EFB31436-FB7B-4CA8-9B2A-1AB72CEFAA98}" type="presOf" srcId="{0C449330-8D4C-400B-9A57-CF5487073EEA}" destId="{08A08532-901D-4937-999E-700FE657548A}" srcOrd="0" destOrd="0" presId="urn:microsoft.com/office/officeart/2005/8/layout/process1"/>
    <dgm:cxn modelId="{F1CA4039-94D4-423D-B538-AB8D1F096BDB}" type="presOf" srcId="{1349BAFF-B955-44C6-A4BA-7350DD378383}" destId="{6E643572-BFA6-4CC0-8E0E-B9FBEC83D53F}" srcOrd="0" destOrd="0" presId="urn:microsoft.com/office/officeart/2005/8/layout/process1"/>
    <dgm:cxn modelId="{2DEAE663-39AA-410C-BFE0-DD31BB8B206A}" type="presOf" srcId="{0D8A95A2-634A-4887-8FC6-1E117D0D0BF8}" destId="{BD6F7E9A-C6E5-400C-9067-28ECC50949B9}" srcOrd="1" destOrd="0" presId="urn:microsoft.com/office/officeart/2005/8/layout/process1"/>
    <dgm:cxn modelId="{27653A48-E4F5-47F7-91E5-CC59C9515C9C}" srcId="{1349BAFF-B955-44C6-A4BA-7350DD378383}" destId="{0C449330-8D4C-400B-9A57-CF5487073EEA}" srcOrd="1" destOrd="0" parTransId="{591AB0D5-E14A-4E1C-AB29-92002B3E5D25}" sibTransId="{C38ECCBD-BCB4-41E4-974C-0CB4A85B6458}"/>
    <dgm:cxn modelId="{0192B9C1-117B-4CB9-9331-C471ADF8E86B}" srcId="{1349BAFF-B955-44C6-A4BA-7350DD378383}" destId="{AB0798DB-0528-48E0-9D47-D9BA59107495}" srcOrd="0" destOrd="0" parTransId="{2CBFD0C7-8147-47E2-B211-739CC3D4FD30}" sibTransId="{0D8A95A2-634A-4887-8FC6-1E117D0D0BF8}"/>
    <dgm:cxn modelId="{4DC9222E-CC17-48A2-9321-9168520150AE}" type="presParOf" srcId="{6E643572-BFA6-4CC0-8E0E-B9FBEC83D53F}" destId="{C5AE4261-0A66-4907-9B27-445C2E075549}" srcOrd="0" destOrd="0" presId="urn:microsoft.com/office/officeart/2005/8/layout/process1"/>
    <dgm:cxn modelId="{92F8A0DD-687E-4E4E-BF2A-BDF012C0D60D}" type="presParOf" srcId="{6E643572-BFA6-4CC0-8E0E-B9FBEC83D53F}" destId="{80EF5BB8-5621-420D-93DC-36CF813B88B3}" srcOrd="1" destOrd="0" presId="urn:microsoft.com/office/officeart/2005/8/layout/process1"/>
    <dgm:cxn modelId="{CA96DE3F-076D-462F-8E6B-0BF61B2018DA}" type="presParOf" srcId="{80EF5BB8-5621-420D-93DC-36CF813B88B3}" destId="{BD6F7E9A-C6E5-400C-9067-28ECC50949B9}" srcOrd="0" destOrd="0" presId="urn:microsoft.com/office/officeart/2005/8/layout/process1"/>
    <dgm:cxn modelId="{3EB8E6C2-114C-4EA0-9CC0-4B27EEF1176D}" type="presParOf" srcId="{6E643572-BFA6-4CC0-8E0E-B9FBEC83D53F}" destId="{08A08532-901D-4937-999E-700FE657548A}" srcOrd="2" destOrd="0" presId="urn:microsoft.com/office/officeart/2005/8/layout/process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8916B29-5B50-4E72-833F-A8FCD77D218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DD1FE96-6086-4196-AEF0-778A7FE789A2}">
      <dgm:prSet/>
      <dgm:spPr>
        <a:solidFill>
          <a:srgbClr val="000050"/>
        </a:solidFill>
      </dgm:spPr>
      <dgm:t>
        <a:bodyPr/>
        <a:lstStyle/>
        <a:p>
          <a:r>
            <a:rPr lang="pt-BR" b="1" dirty="0"/>
            <a:t>Década de 1960</a:t>
          </a:r>
          <a:endParaRPr lang="pt-BR" dirty="0"/>
        </a:p>
      </dgm:t>
    </dgm:pt>
    <dgm:pt modelId="{1BAE7C4C-B41F-46E1-9478-7D846FF25DAF}" type="parTrans" cxnId="{66CDA30F-56B4-4116-961A-56AA26380815}">
      <dgm:prSet/>
      <dgm:spPr/>
      <dgm:t>
        <a:bodyPr/>
        <a:lstStyle/>
        <a:p>
          <a:endParaRPr lang="pt-BR"/>
        </a:p>
      </dgm:t>
    </dgm:pt>
    <dgm:pt modelId="{08E87A33-DBE3-4353-A382-EE2D47E11B98}" type="sibTrans" cxnId="{66CDA30F-56B4-4116-961A-56AA26380815}">
      <dgm:prSet/>
      <dgm:spPr/>
      <dgm:t>
        <a:bodyPr/>
        <a:lstStyle/>
        <a:p>
          <a:endParaRPr lang="pt-BR"/>
        </a:p>
      </dgm:t>
    </dgm:pt>
    <dgm:pt modelId="{9E24588A-3935-40A8-B253-9EB6BD59304E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SIMULA 67 </a:t>
          </a:r>
        </a:p>
      </dgm:t>
    </dgm:pt>
    <dgm:pt modelId="{B08BF766-7096-4E9A-A279-F132DD9F0CD6}" type="parTrans" cxnId="{0E70F4C8-C57C-4804-8B8D-60D7E488904B}">
      <dgm:prSet/>
      <dgm:spPr/>
      <dgm:t>
        <a:bodyPr/>
        <a:lstStyle/>
        <a:p>
          <a:endParaRPr lang="pt-BR"/>
        </a:p>
      </dgm:t>
    </dgm:pt>
    <dgm:pt modelId="{116A975E-981E-4F58-92AD-82DA69148E14}" type="sibTrans" cxnId="{0E70F4C8-C57C-4804-8B8D-60D7E488904B}">
      <dgm:prSet/>
      <dgm:spPr/>
      <dgm:t>
        <a:bodyPr/>
        <a:lstStyle/>
        <a:p>
          <a:endParaRPr lang="pt-BR"/>
        </a:p>
      </dgm:t>
    </dgm:pt>
    <dgm:pt modelId="{74409C54-E795-4F5A-94F5-3074B9CFF273}">
      <dgm:prSet/>
      <dgm:spPr>
        <a:solidFill>
          <a:srgbClr val="000050"/>
        </a:solidFill>
      </dgm:spPr>
      <dgm:t>
        <a:bodyPr/>
        <a:lstStyle/>
        <a:p>
          <a:r>
            <a:rPr lang="pt-BR" b="1"/>
            <a:t>Década de 1970</a:t>
          </a:r>
          <a:endParaRPr lang="pt-BR"/>
        </a:p>
      </dgm:t>
    </dgm:pt>
    <dgm:pt modelId="{8AE679C7-5B97-4327-AF73-C337DA0F1919}" type="parTrans" cxnId="{26D7CA20-9F69-4E63-A664-40DB35174E92}">
      <dgm:prSet/>
      <dgm:spPr/>
      <dgm:t>
        <a:bodyPr/>
        <a:lstStyle/>
        <a:p>
          <a:endParaRPr lang="pt-BR"/>
        </a:p>
      </dgm:t>
    </dgm:pt>
    <dgm:pt modelId="{59D1642E-369A-49C9-AA88-AFC6B7662880}" type="sibTrans" cxnId="{26D7CA20-9F69-4E63-A664-40DB35174E92}">
      <dgm:prSet/>
      <dgm:spPr/>
      <dgm:t>
        <a:bodyPr/>
        <a:lstStyle/>
        <a:p>
          <a:endParaRPr lang="pt-BR"/>
        </a:p>
      </dgm:t>
    </dgm:pt>
    <dgm:pt modelId="{79EF05B0-4225-42C9-AF47-45E89737F200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Smalltalk </a:t>
          </a:r>
        </a:p>
      </dgm:t>
    </dgm:pt>
    <dgm:pt modelId="{45F69A49-78E3-4D69-B8A2-C1346A5F39C5}" type="parTrans" cxnId="{6A681DCC-AE55-4294-919F-08F2A7C01B35}">
      <dgm:prSet/>
      <dgm:spPr/>
      <dgm:t>
        <a:bodyPr/>
        <a:lstStyle/>
        <a:p>
          <a:endParaRPr lang="pt-BR"/>
        </a:p>
      </dgm:t>
    </dgm:pt>
    <dgm:pt modelId="{B3482CBD-3073-4B0E-934B-7B50A8F59B27}" type="sibTrans" cxnId="{6A681DCC-AE55-4294-919F-08F2A7C01B35}">
      <dgm:prSet/>
      <dgm:spPr/>
      <dgm:t>
        <a:bodyPr/>
        <a:lstStyle/>
        <a:p>
          <a:endParaRPr lang="pt-BR"/>
        </a:p>
      </dgm:t>
    </dgm:pt>
    <dgm:pt modelId="{A9287EF7-95A8-4B92-963E-C6DF2FD9C3C6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fortalecimento do conceito de objeto </a:t>
          </a:r>
        </a:p>
      </dgm:t>
    </dgm:pt>
    <dgm:pt modelId="{2F8C1CD9-6927-4D2A-88E9-4018ACBD3D5C}" type="parTrans" cxnId="{6586BD3B-334B-40A3-A9C6-C9D0C1C5028F}">
      <dgm:prSet/>
      <dgm:spPr/>
      <dgm:t>
        <a:bodyPr/>
        <a:lstStyle/>
        <a:p>
          <a:endParaRPr lang="pt-BR"/>
        </a:p>
      </dgm:t>
    </dgm:pt>
    <dgm:pt modelId="{6EC1F916-6002-4C9E-95F9-7723AC959B21}" type="sibTrans" cxnId="{6586BD3B-334B-40A3-A9C6-C9D0C1C5028F}">
      <dgm:prSet/>
      <dgm:spPr/>
      <dgm:t>
        <a:bodyPr/>
        <a:lstStyle/>
        <a:p>
          <a:endParaRPr lang="pt-BR"/>
        </a:p>
      </dgm:t>
    </dgm:pt>
    <dgm:pt modelId="{F3AF61C6-A870-4FDC-9634-67617E3B1AD9}">
      <dgm:prSet/>
      <dgm:spPr>
        <a:solidFill>
          <a:srgbClr val="000050"/>
        </a:solidFill>
      </dgm:spPr>
      <dgm:t>
        <a:bodyPr/>
        <a:lstStyle/>
        <a:p>
          <a:r>
            <a:rPr lang="pt-BR" b="1"/>
            <a:t>Década de 1980</a:t>
          </a:r>
          <a:endParaRPr lang="pt-BR"/>
        </a:p>
      </dgm:t>
    </dgm:pt>
    <dgm:pt modelId="{8C95F57B-6C64-4540-B82F-1E80BCCCD32D}" type="parTrans" cxnId="{5E107B41-82CC-481F-B61E-6A1F094B5DD0}">
      <dgm:prSet/>
      <dgm:spPr/>
      <dgm:t>
        <a:bodyPr/>
        <a:lstStyle/>
        <a:p>
          <a:endParaRPr lang="pt-BR"/>
        </a:p>
      </dgm:t>
    </dgm:pt>
    <dgm:pt modelId="{40610283-968E-4BFF-8227-529DEC8CD784}" type="sibTrans" cxnId="{5E107B41-82CC-481F-B61E-6A1F094B5DD0}">
      <dgm:prSet/>
      <dgm:spPr/>
      <dgm:t>
        <a:bodyPr/>
        <a:lstStyle/>
        <a:p>
          <a:endParaRPr lang="pt-BR"/>
        </a:p>
      </dgm:t>
    </dgm:pt>
    <dgm:pt modelId="{FDCBF573-EE8D-4946-981F-2F042803944D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C++ </a:t>
          </a:r>
        </a:p>
      </dgm:t>
    </dgm:pt>
    <dgm:pt modelId="{2D74689F-ACC0-4C3F-BC5B-DC44A558218F}" type="parTrans" cxnId="{F68EB0AC-996F-4E6D-88D3-10CED2604C5F}">
      <dgm:prSet/>
      <dgm:spPr/>
      <dgm:t>
        <a:bodyPr/>
        <a:lstStyle/>
        <a:p>
          <a:endParaRPr lang="pt-BR"/>
        </a:p>
      </dgm:t>
    </dgm:pt>
    <dgm:pt modelId="{0C80329F-F9D4-4F06-8E32-DF1F926F0FA8}" type="sibTrans" cxnId="{F68EB0AC-996F-4E6D-88D3-10CED2604C5F}">
      <dgm:prSet/>
      <dgm:spPr/>
      <dgm:t>
        <a:bodyPr/>
        <a:lstStyle/>
        <a:p>
          <a:endParaRPr lang="pt-BR"/>
        </a:p>
      </dgm:t>
    </dgm:pt>
    <dgm:pt modelId="{DB7FE022-CC40-4096-97DF-F694CF5CFDDE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união entre desempenho da linguagem C e conceitos de POO </a:t>
          </a:r>
        </a:p>
      </dgm:t>
    </dgm:pt>
    <dgm:pt modelId="{51B28A5B-81F5-4D6D-B79D-1C9294168A9C}" type="parTrans" cxnId="{B28CC68A-F872-48C7-8DA1-373D5F47D2D5}">
      <dgm:prSet/>
      <dgm:spPr/>
      <dgm:t>
        <a:bodyPr/>
        <a:lstStyle/>
        <a:p>
          <a:endParaRPr lang="pt-BR"/>
        </a:p>
      </dgm:t>
    </dgm:pt>
    <dgm:pt modelId="{A3446A7B-E2C4-4A57-A20F-6A3B221E48F6}" type="sibTrans" cxnId="{B28CC68A-F872-48C7-8DA1-373D5F47D2D5}">
      <dgm:prSet/>
      <dgm:spPr/>
      <dgm:t>
        <a:bodyPr/>
        <a:lstStyle/>
        <a:p>
          <a:endParaRPr lang="pt-BR"/>
        </a:p>
      </dgm:t>
    </dgm:pt>
    <dgm:pt modelId="{9895F70E-1B3E-44B6-91D3-309E614A5643}">
      <dgm:prSet/>
      <dgm:spPr>
        <a:solidFill>
          <a:srgbClr val="000050"/>
        </a:solidFill>
      </dgm:spPr>
      <dgm:t>
        <a:bodyPr/>
        <a:lstStyle/>
        <a:p>
          <a:r>
            <a:rPr lang="pt-BR" b="1"/>
            <a:t>Década de 1990</a:t>
          </a:r>
          <a:endParaRPr lang="pt-BR"/>
        </a:p>
      </dgm:t>
    </dgm:pt>
    <dgm:pt modelId="{C1B04DA0-32FE-41A5-9469-1BBC05B6A3D5}" type="parTrans" cxnId="{E1AF46C9-1E53-4E10-B36C-281D54D6F1A8}">
      <dgm:prSet/>
      <dgm:spPr/>
      <dgm:t>
        <a:bodyPr/>
        <a:lstStyle/>
        <a:p>
          <a:endParaRPr lang="pt-BR"/>
        </a:p>
      </dgm:t>
    </dgm:pt>
    <dgm:pt modelId="{07C256CA-5080-4768-AD5C-537D0DBD189D}" type="sibTrans" cxnId="{E1AF46C9-1E53-4E10-B36C-281D54D6F1A8}">
      <dgm:prSet/>
      <dgm:spPr/>
      <dgm:t>
        <a:bodyPr/>
        <a:lstStyle/>
        <a:p>
          <a:endParaRPr lang="pt-BR"/>
        </a:p>
      </dgm:t>
    </dgm:pt>
    <dgm:pt modelId="{E8B5A307-2AA3-41A9-B2FE-FBF11D6B9963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Java </a:t>
          </a:r>
        </a:p>
      </dgm:t>
    </dgm:pt>
    <dgm:pt modelId="{91F3DF26-D316-444B-86AF-1AD14F14E1BF}" type="parTrans" cxnId="{608FDD55-7A3C-41EA-9283-AA7FE3976A06}">
      <dgm:prSet/>
      <dgm:spPr/>
      <dgm:t>
        <a:bodyPr/>
        <a:lstStyle/>
        <a:p>
          <a:endParaRPr lang="pt-BR"/>
        </a:p>
      </dgm:t>
    </dgm:pt>
    <dgm:pt modelId="{7FC34B9C-CF43-45BA-A3CA-CF77C575BF33}" type="sibTrans" cxnId="{608FDD55-7A3C-41EA-9283-AA7FE3976A06}">
      <dgm:prSet/>
      <dgm:spPr/>
      <dgm:t>
        <a:bodyPr/>
        <a:lstStyle/>
        <a:p>
          <a:endParaRPr lang="pt-BR"/>
        </a:p>
      </dgm:t>
    </dgm:pt>
    <dgm:pt modelId="{F277AED6-5FB9-4AE3-BF58-29332A04E48F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Visual Basic orientado a objetos </a:t>
          </a:r>
        </a:p>
      </dgm:t>
    </dgm:pt>
    <dgm:pt modelId="{D58A5AAD-12C2-4D9E-96B3-BFC754628619}" type="parTrans" cxnId="{68A974C6-2CCD-49FB-8829-A4903D22A2AB}">
      <dgm:prSet/>
      <dgm:spPr/>
      <dgm:t>
        <a:bodyPr/>
        <a:lstStyle/>
        <a:p>
          <a:endParaRPr lang="pt-BR"/>
        </a:p>
      </dgm:t>
    </dgm:pt>
    <dgm:pt modelId="{C4B1CDA8-E98E-4F85-8234-EDCA76CB40B6}" type="sibTrans" cxnId="{68A974C6-2CCD-49FB-8829-A4903D22A2AB}">
      <dgm:prSet/>
      <dgm:spPr/>
      <dgm:t>
        <a:bodyPr/>
        <a:lstStyle/>
        <a:p>
          <a:endParaRPr lang="pt-BR"/>
        </a:p>
      </dgm:t>
    </dgm:pt>
    <dgm:pt modelId="{DDF2C76B-B9B7-4A47-93EC-972BABA886C0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Delphi </a:t>
          </a:r>
        </a:p>
      </dgm:t>
    </dgm:pt>
    <dgm:pt modelId="{77BB891F-0B2A-4F04-9DBC-E7FE88C27FD5}" type="parTrans" cxnId="{ECA76F93-ACAF-4831-93F0-2F759662DAD0}">
      <dgm:prSet/>
      <dgm:spPr/>
      <dgm:t>
        <a:bodyPr/>
        <a:lstStyle/>
        <a:p>
          <a:endParaRPr lang="pt-BR"/>
        </a:p>
      </dgm:t>
    </dgm:pt>
    <dgm:pt modelId="{45E03ADD-540B-4197-B8B6-60C7524C6F72}" type="sibTrans" cxnId="{ECA76F93-ACAF-4831-93F0-2F759662DAD0}">
      <dgm:prSet/>
      <dgm:spPr/>
      <dgm:t>
        <a:bodyPr/>
        <a:lstStyle/>
        <a:p>
          <a:endParaRPr lang="pt-BR"/>
        </a:p>
      </dgm:t>
    </dgm:pt>
    <dgm:pt modelId="{5DF0D400-E36B-43EF-9B61-BE180FEE43B2}">
      <dgm:prSet/>
      <dgm:spPr>
        <a:solidFill>
          <a:srgbClr val="000050"/>
        </a:solidFill>
      </dgm:spPr>
      <dgm:t>
        <a:bodyPr/>
        <a:lstStyle/>
        <a:p>
          <a:r>
            <a:rPr lang="pt-BR" b="1"/>
            <a:t>Década de 2000</a:t>
          </a:r>
          <a:endParaRPr lang="pt-BR"/>
        </a:p>
      </dgm:t>
    </dgm:pt>
    <dgm:pt modelId="{1BA7257A-776B-4551-AC90-50826B78B68B}" type="parTrans" cxnId="{DEBCDEEC-2ECE-40F2-A0B5-76B71AFBB7E5}">
      <dgm:prSet/>
      <dgm:spPr/>
      <dgm:t>
        <a:bodyPr/>
        <a:lstStyle/>
        <a:p>
          <a:endParaRPr lang="pt-BR"/>
        </a:p>
      </dgm:t>
    </dgm:pt>
    <dgm:pt modelId="{25D5CE7C-D3E9-41E7-869F-DF286CBE8914}" type="sibTrans" cxnId="{DEBCDEEC-2ECE-40F2-A0B5-76B71AFBB7E5}">
      <dgm:prSet/>
      <dgm:spPr/>
      <dgm:t>
        <a:bodyPr/>
        <a:lstStyle/>
        <a:p>
          <a:endParaRPr lang="pt-BR"/>
        </a:p>
      </dgm:t>
    </dgm:pt>
    <dgm:pt modelId="{FFE0CCE6-3E75-4CC7-98C4-6CD90DACA195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C# </a:t>
          </a:r>
        </a:p>
      </dgm:t>
    </dgm:pt>
    <dgm:pt modelId="{60E84EC6-8094-414F-AFEA-7DCCE107625B}" type="parTrans" cxnId="{9D2A5839-C5E4-4D89-A828-87D00BB2488A}">
      <dgm:prSet/>
      <dgm:spPr/>
      <dgm:t>
        <a:bodyPr/>
        <a:lstStyle/>
        <a:p>
          <a:endParaRPr lang="pt-BR"/>
        </a:p>
      </dgm:t>
    </dgm:pt>
    <dgm:pt modelId="{0723ECE2-3FBE-4AD2-AE6D-93A6B6ABEA31}" type="sibTrans" cxnId="{9D2A5839-C5E4-4D89-A828-87D00BB2488A}">
      <dgm:prSet/>
      <dgm:spPr/>
      <dgm:t>
        <a:bodyPr/>
        <a:lstStyle/>
        <a:p>
          <a:endParaRPr lang="pt-BR"/>
        </a:p>
      </dgm:t>
    </dgm:pt>
    <dgm:pt modelId="{1492AC44-0E7E-4DD0-B828-7E6529980804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expansão do .NET </a:t>
          </a:r>
        </a:p>
      </dgm:t>
    </dgm:pt>
    <dgm:pt modelId="{470DBD54-D628-422A-9F6F-6945E40CF63A}" type="parTrans" cxnId="{E2948727-7EEF-4DE7-B141-26645E16BA88}">
      <dgm:prSet/>
      <dgm:spPr/>
      <dgm:t>
        <a:bodyPr/>
        <a:lstStyle/>
        <a:p>
          <a:endParaRPr lang="pt-BR"/>
        </a:p>
      </dgm:t>
    </dgm:pt>
    <dgm:pt modelId="{BB4DD9EE-4D14-4AE0-B00C-AD69A6BD1A1D}" type="sibTrans" cxnId="{E2948727-7EEF-4DE7-B141-26645E16BA88}">
      <dgm:prSet/>
      <dgm:spPr/>
      <dgm:t>
        <a:bodyPr/>
        <a:lstStyle/>
        <a:p>
          <a:endParaRPr lang="pt-BR"/>
        </a:p>
      </dgm:t>
    </dgm:pt>
    <dgm:pt modelId="{B67A8A52-E0A2-4565-A415-B575DC132388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aplicações corporativas </a:t>
          </a:r>
        </a:p>
      </dgm:t>
    </dgm:pt>
    <dgm:pt modelId="{BD5A5C77-088B-4318-8531-C16FC310AACF}" type="parTrans" cxnId="{FE9ADD4C-AA35-4588-9D91-57ECF9364452}">
      <dgm:prSet/>
      <dgm:spPr/>
      <dgm:t>
        <a:bodyPr/>
        <a:lstStyle/>
        <a:p>
          <a:endParaRPr lang="pt-BR"/>
        </a:p>
      </dgm:t>
    </dgm:pt>
    <dgm:pt modelId="{266B9C22-4AF6-4730-932E-EF1A34F12D86}" type="sibTrans" cxnId="{FE9ADD4C-AA35-4588-9D91-57ECF9364452}">
      <dgm:prSet/>
      <dgm:spPr/>
      <dgm:t>
        <a:bodyPr/>
        <a:lstStyle/>
        <a:p>
          <a:endParaRPr lang="pt-BR"/>
        </a:p>
      </dgm:t>
    </dgm:pt>
    <dgm:pt modelId="{2328ED24-CF5A-4076-944D-F78F336F7146}">
      <dgm:prSet/>
      <dgm:spPr>
        <a:solidFill>
          <a:srgbClr val="000050"/>
        </a:solidFill>
      </dgm:spPr>
      <dgm:t>
        <a:bodyPr/>
        <a:lstStyle/>
        <a:p>
          <a:r>
            <a:rPr lang="pt-BR" b="1"/>
            <a:t>Atualidade</a:t>
          </a:r>
          <a:endParaRPr lang="pt-BR"/>
        </a:p>
      </dgm:t>
    </dgm:pt>
    <dgm:pt modelId="{6C848219-5EE3-4833-817C-6524E328D778}" type="parTrans" cxnId="{306AA048-346C-420E-9BBE-A46413AA8C5F}">
      <dgm:prSet/>
      <dgm:spPr/>
      <dgm:t>
        <a:bodyPr/>
        <a:lstStyle/>
        <a:p>
          <a:endParaRPr lang="pt-BR"/>
        </a:p>
      </dgm:t>
    </dgm:pt>
    <dgm:pt modelId="{B4013800-4F20-4E4B-972D-494EDCA91E89}" type="sibTrans" cxnId="{306AA048-346C-420E-9BBE-A46413AA8C5F}">
      <dgm:prSet/>
      <dgm:spPr/>
      <dgm:t>
        <a:bodyPr/>
        <a:lstStyle/>
        <a:p>
          <a:endParaRPr lang="pt-BR"/>
        </a:p>
      </dgm:t>
    </dgm:pt>
    <dgm:pt modelId="{33E6565F-5F79-4A58-A3D5-DBF56E657DF5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Python </a:t>
          </a:r>
        </a:p>
      </dgm:t>
    </dgm:pt>
    <dgm:pt modelId="{2FB7CD4D-1067-44B2-A5AB-57CA05E0F369}" type="parTrans" cxnId="{6F9676D7-ED24-40E7-9D29-1A2D7D167A74}">
      <dgm:prSet/>
      <dgm:spPr/>
      <dgm:t>
        <a:bodyPr/>
        <a:lstStyle/>
        <a:p>
          <a:endParaRPr lang="pt-BR"/>
        </a:p>
      </dgm:t>
    </dgm:pt>
    <dgm:pt modelId="{0D1F48D4-6328-4CC7-825D-6956CD55F096}" type="sibTrans" cxnId="{6F9676D7-ED24-40E7-9D29-1A2D7D167A74}">
      <dgm:prSet/>
      <dgm:spPr/>
      <dgm:t>
        <a:bodyPr/>
        <a:lstStyle/>
        <a:p>
          <a:endParaRPr lang="pt-BR"/>
        </a:p>
      </dgm:t>
    </dgm:pt>
    <dgm:pt modelId="{115AA7F3-E7A4-44A3-824A-BD39ECF0948F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Kotlin </a:t>
          </a:r>
        </a:p>
      </dgm:t>
    </dgm:pt>
    <dgm:pt modelId="{F2CB9E57-CB41-461F-8D09-F2E8DD62406F}" type="parTrans" cxnId="{888CEA42-639A-408E-A99C-1A1BF71AA0C2}">
      <dgm:prSet/>
      <dgm:spPr/>
      <dgm:t>
        <a:bodyPr/>
        <a:lstStyle/>
        <a:p>
          <a:endParaRPr lang="pt-BR"/>
        </a:p>
      </dgm:t>
    </dgm:pt>
    <dgm:pt modelId="{4B7B4F34-65DD-43ED-98B0-59BDC3146E27}" type="sibTrans" cxnId="{888CEA42-639A-408E-A99C-1A1BF71AA0C2}">
      <dgm:prSet/>
      <dgm:spPr/>
      <dgm:t>
        <a:bodyPr/>
        <a:lstStyle/>
        <a:p>
          <a:endParaRPr lang="pt-BR"/>
        </a:p>
      </dgm:t>
    </dgm:pt>
    <dgm:pt modelId="{E5E61676-57EB-4FDF-BEE3-F57E0794C477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Swift </a:t>
          </a:r>
        </a:p>
      </dgm:t>
    </dgm:pt>
    <dgm:pt modelId="{FCE7C9FC-8614-47C2-ABD1-7B0BBE9C9575}" type="parTrans" cxnId="{AFF5A264-B0A7-447E-BCC0-EDC2A0B7E81C}">
      <dgm:prSet/>
      <dgm:spPr/>
      <dgm:t>
        <a:bodyPr/>
        <a:lstStyle/>
        <a:p>
          <a:endParaRPr lang="pt-BR"/>
        </a:p>
      </dgm:t>
    </dgm:pt>
    <dgm:pt modelId="{8F0E525B-824A-4E30-81BE-A8FEEF0BB2EF}" type="sibTrans" cxnId="{AFF5A264-B0A7-447E-BCC0-EDC2A0B7E81C}">
      <dgm:prSet/>
      <dgm:spPr/>
      <dgm:t>
        <a:bodyPr/>
        <a:lstStyle/>
        <a:p>
          <a:endParaRPr lang="pt-BR"/>
        </a:p>
      </dgm:t>
    </dgm:pt>
    <dgm:pt modelId="{358AC1E4-4B6A-4B3F-B948-0C142DC80FEE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TypeScript </a:t>
          </a:r>
        </a:p>
      </dgm:t>
    </dgm:pt>
    <dgm:pt modelId="{CE7F7B0C-4007-4449-9A1E-0197A2723051}" type="parTrans" cxnId="{985F21E9-E90A-4E65-87E7-7D3234171F13}">
      <dgm:prSet/>
      <dgm:spPr/>
      <dgm:t>
        <a:bodyPr/>
        <a:lstStyle/>
        <a:p>
          <a:endParaRPr lang="pt-BR"/>
        </a:p>
      </dgm:t>
    </dgm:pt>
    <dgm:pt modelId="{573A65A4-BD3E-4E1C-8A2E-83B88B7D9E29}" type="sibTrans" cxnId="{985F21E9-E90A-4E65-87E7-7D3234171F13}">
      <dgm:prSet/>
      <dgm:spPr/>
      <dgm:t>
        <a:bodyPr/>
        <a:lstStyle/>
        <a:p>
          <a:endParaRPr lang="pt-BR"/>
        </a:p>
      </dgm:t>
    </dgm:pt>
    <dgm:pt modelId="{547E2517-3B9C-4A89-9E9B-22651723F47B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Rust (com conceitos modernos) </a:t>
          </a:r>
        </a:p>
      </dgm:t>
    </dgm:pt>
    <dgm:pt modelId="{B27BF7F0-ED7A-4058-9A0B-57D54A22D5C1}" type="parTrans" cxnId="{ACC1BB1D-BE6C-421D-AAC5-ECE2CCDB52E5}">
      <dgm:prSet/>
      <dgm:spPr/>
      <dgm:t>
        <a:bodyPr/>
        <a:lstStyle/>
        <a:p>
          <a:endParaRPr lang="pt-BR"/>
        </a:p>
      </dgm:t>
    </dgm:pt>
    <dgm:pt modelId="{F6424027-5A0C-4E2C-A5F2-729D41BCCE86}" type="sibTrans" cxnId="{ACC1BB1D-BE6C-421D-AAC5-ECE2CCDB52E5}">
      <dgm:prSet/>
      <dgm:spPr/>
      <dgm:t>
        <a:bodyPr/>
        <a:lstStyle/>
        <a:p>
          <a:endParaRPr lang="pt-BR"/>
        </a:p>
      </dgm:t>
    </dgm:pt>
    <dgm:pt modelId="{BA34E331-BB67-42CE-B49E-BCC0EBA902F3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pt-BR"/>
            <a:t>linguagens híbridas multiparadigma</a:t>
          </a:r>
        </a:p>
      </dgm:t>
    </dgm:pt>
    <dgm:pt modelId="{9DDDBBD4-D123-463F-AD71-C1B868B06DAD}" type="parTrans" cxnId="{0FC05132-4288-440E-B88B-C51872807D6D}">
      <dgm:prSet/>
      <dgm:spPr/>
      <dgm:t>
        <a:bodyPr/>
        <a:lstStyle/>
        <a:p>
          <a:endParaRPr lang="pt-BR"/>
        </a:p>
      </dgm:t>
    </dgm:pt>
    <dgm:pt modelId="{65EAEEDB-32C9-4624-A013-70E861220BED}" type="sibTrans" cxnId="{0FC05132-4288-440E-B88B-C51872807D6D}">
      <dgm:prSet/>
      <dgm:spPr/>
      <dgm:t>
        <a:bodyPr/>
        <a:lstStyle/>
        <a:p>
          <a:endParaRPr lang="pt-BR"/>
        </a:p>
      </dgm:t>
    </dgm:pt>
    <dgm:pt modelId="{F5D0DA45-4F0F-4AEC-830B-52DE0BBD4ABA}" type="pres">
      <dgm:prSet presAssocID="{68916B29-5B50-4E72-833F-A8FCD77D218C}" presName="Name0" presStyleCnt="0">
        <dgm:presLayoutVars>
          <dgm:dir/>
          <dgm:animLvl val="lvl"/>
          <dgm:resizeHandles val="exact"/>
        </dgm:presLayoutVars>
      </dgm:prSet>
      <dgm:spPr/>
    </dgm:pt>
    <dgm:pt modelId="{9B47DC91-A64A-426F-8596-2CBBAA301B8D}" type="pres">
      <dgm:prSet presAssocID="{3DD1FE96-6086-4196-AEF0-778A7FE789A2}" presName="composite" presStyleCnt="0"/>
      <dgm:spPr/>
    </dgm:pt>
    <dgm:pt modelId="{420D76DE-CD43-4C1E-90C3-1AAE54EF498E}" type="pres">
      <dgm:prSet presAssocID="{3DD1FE96-6086-4196-AEF0-778A7FE789A2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880DCAF8-37A2-4AD4-B429-3E57E65C4820}" type="pres">
      <dgm:prSet presAssocID="{3DD1FE96-6086-4196-AEF0-778A7FE789A2}" presName="desTx" presStyleLbl="alignAccFollowNode1" presStyleIdx="0" presStyleCnt="6" custLinFactNeighborY="411">
        <dgm:presLayoutVars>
          <dgm:bulletEnabled val="1"/>
        </dgm:presLayoutVars>
      </dgm:prSet>
      <dgm:spPr/>
    </dgm:pt>
    <dgm:pt modelId="{30FB62EF-0AD4-4E46-A7DA-D8E19DAF60CE}" type="pres">
      <dgm:prSet presAssocID="{08E87A33-DBE3-4353-A382-EE2D47E11B98}" presName="space" presStyleCnt="0"/>
      <dgm:spPr/>
    </dgm:pt>
    <dgm:pt modelId="{5486F675-4219-481C-A961-E3EEC9B51868}" type="pres">
      <dgm:prSet presAssocID="{74409C54-E795-4F5A-94F5-3074B9CFF273}" presName="composite" presStyleCnt="0"/>
      <dgm:spPr/>
    </dgm:pt>
    <dgm:pt modelId="{938A8604-5476-4044-AE16-5FC0E043A179}" type="pres">
      <dgm:prSet presAssocID="{74409C54-E795-4F5A-94F5-3074B9CFF273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DADE0CF8-57F7-450B-988C-4A3D39D7FD1E}" type="pres">
      <dgm:prSet presAssocID="{74409C54-E795-4F5A-94F5-3074B9CFF273}" presName="desTx" presStyleLbl="alignAccFollowNode1" presStyleIdx="1" presStyleCnt="6" custLinFactNeighborY="411">
        <dgm:presLayoutVars>
          <dgm:bulletEnabled val="1"/>
        </dgm:presLayoutVars>
      </dgm:prSet>
      <dgm:spPr/>
    </dgm:pt>
    <dgm:pt modelId="{2AB60D55-5E65-477A-B6F6-70C0A9F2E4C7}" type="pres">
      <dgm:prSet presAssocID="{59D1642E-369A-49C9-AA88-AFC6B7662880}" presName="space" presStyleCnt="0"/>
      <dgm:spPr/>
    </dgm:pt>
    <dgm:pt modelId="{EAF0F68B-7AE4-4A0F-B1BE-8854B89DFE98}" type="pres">
      <dgm:prSet presAssocID="{F3AF61C6-A870-4FDC-9634-67617E3B1AD9}" presName="composite" presStyleCnt="0"/>
      <dgm:spPr/>
    </dgm:pt>
    <dgm:pt modelId="{5C45BFE9-360B-4CC6-9740-DA5938A50C90}" type="pres">
      <dgm:prSet presAssocID="{F3AF61C6-A870-4FDC-9634-67617E3B1AD9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298D8879-8708-41B7-81E1-4E95EA36BC21}" type="pres">
      <dgm:prSet presAssocID="{F3AF61C6-A870-4FDC-9634-67617E3B1AD9}" presName="desTx" presStyleLbl="alignAccFollowNode1" presStyleIdx="2" presStyleCnt="6" custLinFactNeighborY="411">
        <dgm:presLayoutVars>
          <dgm:bulletEnabled val="1"/>
        </dgm:presLayoutVars>
      </dgm:prSet>
      <dgm:spPr/>
    </dgm:pt>
    <dgm:pt modelId="{99679803-9124-48B4-95D5-46044936B5EC}" type="pres">
      <dgm:prSet presAssocID="{40610283-968E-4BFF-8227-529DEC8CD784}" presName="space" presStyleCnt="0"/>
      <dgm:spPr/>
    </dgm:pt>
    <dgm:pt modelId="{D044E2C5-50FF-4614-BEE1-CB8FC80D078A}" type="pres">
      <dgm:prSet presAssocID="{9895F70E-1B3E-44B6-91D3-309E614A5643}" presName="composite" presStyleCnt="0"/>
      <dgm:spPr/>
    </dgm:pt>
    <dgm:pt modelId="{1D614586-389B-4F05-82F8-6B482A9D13BB}" type="pres">
      <dgm:prSet presAssocID="{9895F70E-1B3E-44B6-91D3-309E614A5643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6660CAE5-7F25-475E-9B40-80B5E9C435F0}" type="pres">
      <dgm:prSet presAssocID="{9895F70E-1B3E-44B6-91D3-309E614A5643}" presName="desTx" presStyleLbl="alignAccFollowNode1" presStyleIdx="3" presStyleCnt="6" custLinFactNeighborY="411">
        <dgm:presLayoutVars>
          <dgm:bulletEnabled val="1"/>
        </dgm:presLayoutVars>
      </dgm:prSet>
      <dgm:spPr/>
    </dgm:pt>
    <dgm:pt modelId="{B3367692-B535-4A38-ADDC-23F7E91C053A}" type="pres">
      <dgm:prSet presAssocID="{07C256CA-5080-4768-AD5C-537D0DBD189D}" presName="space" presStyleCnt="0"/>
      <dgm:spPr/>
    </dgm:pt>
    <dgm:pt modelId="{580686FC-5DBA-457F-8D5F-7602A7706483}" type="pres">
      <dgm:prSet presAssocID="{5DF0D400-E36B-43EF-9B61-BE180FEE43B2}" presName="composite" presStyleCnt="0"/>
      <dgm:spPr/>
    </dgm:pt>
    <dgm:pt modelId="{AEC77CCC-4F58-4292-98C7-6C886CA64582}" type="pres">
      <dgm:prSet presAssocID="{5DF0D400-E36B-43EF-9B61-BE180FEE43B2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95AB2D02-EEC3-4993-A607-2C7DF388C95E}" type="pres">
      <dgm:prSet presAssocID="{5DF0D400-E36B-43EF-9B61-BE180FEE43B2}" presName="desTx" presStyleLbl="alignAccFollowNode1" presStyleIdx="4" presStyleCnt="6" custLinFactNeighborY="411">
        <dgm:presLayoutVars>
          <dgm:bulletEnabled val="1"/>
        </dgm:presLayoutVars>
      </dgm:prSet>
      <dgm:spPr/>
    </dgm:pt>
    <dgm:pt modelId="{E3F82AF8-F97F-4827-8FC2-9ECA704004D5}" type="pres">
      <dgm:prSet presAssocID="{25D5CE7C-D3E9-41E7-869F-DF286CBE8914}" presName="space" presStyleCnt="0"/>
      <dgm:spPr/>
    </dgm:pt>
    <dgm:pt modelId="{B4669CA4-36DF-4E59-9C40-EB7C678D9792}" type="pres">
      <dgm:prSet presAssocID="{2328ED24-CF5A-4076-944D-F78F336F7146}" presName="composite" presStyleCnt="0"/>
      <dgm:spPr/>
    </dgm:pt>
    <dgm:pt modelId="{702FF9A0-FC0D-4B61-B393-7ECCA6C3B472}" type="pres">
      <dgm:prSet presAssocID="{2328ED24-CF5A-4076-944D-F78F336F7146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793BCE8B-CB92-469A-9D60-0482B4DD9D78}" type="pres">
      <dgm:prSet presAssocID="{2328ED24-CF5A-4076-944D-F78F336F7146}" presName="desTx" presStyleLbl="alignAccFollowNode1" presStyleIdx="5" presStyleCnt="6" custLinFactNeighborY="411">
        <dgm:presLayoutVars>
          <dgm:bulletEnabled val="1"/>
        </dgm:presLayoutVars>
      </dgm:prSet>
      <dgm:spPr/>
    </dgm:pt>
  </dgm:ptLst>
  <dgm:cxnLst>
    <dgm:cxn modelId="{D4D79D0E-A194-47E3-B657-7FA25D879BDD}" type="presOf" srcId="{DB7FE022-CC40-4096-97DF-F694CF5CFDDE}" destId="{298D8879-8708-41B7-81E1-4E95EA36BC21}" srcOrd="0" destOrd="1" presId="urn:microsoft.com/office/officeart/2005/8/layout/hList1"/>
    <dgm:cxn modelId="{66CDA30F-56B4-4116-961A-56AA26380815}" srcId="{68916B29-5B50-4E72-833F-A8FCD77D218C}" destId="{3DD1FE96-6086-4196-AEF0-778A7FE789A2}" srcOrd="0" destOrd="0" parTransId="{1BAE7C4C-B41F-46E1-9478-7D846FF25DAF}" sibTransId="{08E87A33-DBE3-4353-A382-EE2D47E11B98}"/>
    <dgm:cxn modelId="{B96D9318-BC53-4451-8A59-FF58E87CC9D5}" type="presOf" srcId="{FDCBF573-EE8D-4946-981F-2F042803944D}" destId="{298D8879-8708-41B7-81E1-4E95EA36BC21}" srcOrd="0" destOrd="0" presId="urn:microsoft.com/office/officeart/2005/8/layout/hList1"/>
    <dgm:cxn modelId="{ACC1BB1D-BE6C-421D-AAC5-ECE2CCDB52E5}" srcId="{2328ED24-CF5A-4076-944D-F78F336F7146}" destId="{547E2517-3B9C-4A89-9E9B-22651723F47B}" srcOrd="4" destOrd="0" parTransId="{B27BF7F0-ED7A-4058-9A0B-57D54A22D5C1}" sibTransId="{F6424027-5A0C-4E2C-A5F2-729D41BCCE86}"/>
    <dgm:cxn modelId="{26D7CA20-9F69-4E63-A664-40DB35174E92}" srcId="{68916B29-5B50-4E72-833F-A8FCD77D218C}" destId="{74409C54-E795-4F5A-94F5-3074B9CFF273}" srcOrd="1" destOrd="0" parTransId="{8AE679C7-5B97-4327-AF73-C337DA0F1919}" sibTransId="{59D1642E-369A-49C9-AA88-AFC6B7662880}"/>
    <dgm:cxn modelId="{E2948727-7EEF-4DE7-B141-26645E16BA88}" srcId="{5DF0D400-E36B-43EF-9B61-BE180FEE43B2}" destId="{1492AC44-0E7E-4DD0-B828-7E6529980804}" srcOrd="1" destOrd="0" parTransId="{470DBD54-D628-422A-9F6F-6945E40CF63A}" sibTransId="{BB4DD9EE-4D14-4AE0-B00C-AD69A6BD1A1D}"/>
    <dgm:cxn modelId="{331D1A28-770F-4C36-B738-D1593AC4664C}" type="presOf" srcId="{33E6565F-5F79-4A58-A3D5-DBF56E657DF5}" destId="{793BCE8B-CB92-469A-9D60-0482B4DD9D78}" srcOrd="0" destOrd="0" presId="urn:microsoft.com/office/officeart/2005/8/layout/hList1"/>
    <dgm:cxn modelId="{5CBB112D-F20F-4E09-93F5-76E993097145}" type="presOf" srcId="{5DF0D400-E36B-43EF-9B61-BE180FEE43B2}" destId="{AEC77CCC-4F58-4292-98C7-6C886CA64582}" srcOrd="0" destOrd="0" presId="urn:microsoft.com/office/officeart/2005/8/layout/hList1"/>
    <dgm:cxn modelId="{0FC05132-4288-440E-B88B-C51872807D6D}" srcId="{2328ED24-CF5A-4076-944D-F78F336F7146}" destId="{BA34E331-BB67-42CE-B49E-BCC0EBA902F3}" srcOrd="5" destOrd="0" parTransId="{9DDDBBD4-D123-463F-AD71-C1B868B06DAD}" sibTransId="{65EAEEDB-32C9-4624-A013-70E861220BED}"/>
    <dgm:cxn modelId="{9D2A5839-C5E4-4D89-A828-87D00BB2488A}" srcId="{5DF0D400-E36B-43EF-9B61-BE180FEE43B2}" destId="{FFE0CCE6-3E75-4CC7-98C4-6CD90DACA195}" srcOrd="0" destOrd="0" parTransId="{60E84EC6-8094-414F-AFEA-7DCCE107625B}" sibTransId="{0723ECE2-3FBE-4AD2-AE6D-93A6B6ABEA31}"/>
    <dgm:cxn modelId="{6586BD3B-334B-40A3-A9C6-C9D0C1C5028F}" srcId="{74409C54-E795-4F5A-94F5-3074B9CFF273}" destId="{A9287EF7-95A8-4B92-963E-C6DF2FD9C3C6}" srcOrd="1" destOrd="0" parTransId="{2F8C1CD9-6927-4D2A-88E9-4018ACBD3D5C}" sibTransId="{6EC1F916-6002-4C9E-95F9-7723AC959B21}"/>
    <dgm:cxn modelId="{5E107B41-82CC-481F-B61E-6A1F094B5DD0}" srcId="{68916B29-5B50-4E72-833F-A8FCD77D218C}" destId="{F3AF61C6-A870-4FDC-9634-67617E3B1AD9}" srcOrd="2" destOrd="0" parTransId="{8C95F57B-6C64-4540-B82F-1E80BCCCD32D}" sibTransId="{40610283-968E-4BFF-8227-529DEC8CD784}"/>
    <dgm:cxn modelId="{888CEA42-639A-408E-A99C-1A1BF71AA0C2}" srcId="{2328ED24-CF5A-4076-944D-F78F336F7146}" destId="{115AA7F3-E7A4-44A3-824A-BD39ECF0948F}" srcOrd="1" destOrd="0" parTransId="{F2CB9E57-CB41-461F-8D09-F2E8DD62406F}" sibTransId="{4B7B4F34-65DD-43ED-98B0-59BDC3146E27}"/>
    <dgm:cxn modelId="{AFF5A264-B0A7-447E-BCC0-EDC2A0B7E81C}" srcId="{2328ED24-CF5A-4076-944D-F78F336F7146}" destId="{E5E61676-57EB-4FDF-BEE3-F57E0794C477}" srcOrd="2" destOrd="0" parTransId="{FCE7C9FC-8614-47C2-ABD1-7B0BBE9C9575}" sibTransId="{8F0E525B-824A-4E30-81BE-A8FEEF0BB2EF}"/>
    <dgm:cxn modelId="{A9585746-525E-4E5D-991C-0E9B4F9A088F}" type="presOf" srcId="{2328ED24-CF5A-4076-944D-F78F336F7146}" destId="{702FF9A0-FC0D-4B61-B393-7ECCA6C3B472}" srcOrd="0" destOrd="0" presId="urn:microsoft.com/office/officeart/2005/8/layout/hList1"/>
    <dgm:cxn modelId="{306AA048-346C-420E-9BBE-A46413AA8C5F}" srcId="{68916B29-5B50-4E72-833F-A8FCD77D218C}" destId="{2328ED24-CF5A-4076-944D-F78F336F7146}" srcOrd="5" destOrd="0" parTransId="{6C848219-5EE3-4833-817C-6524E328D778}" sibTransId="{B4013800-4F20-4E4B-972D-494EDCA91E89}"/>
    <dgm:cxn modelId="{3E0E344A-1671-4516-B960-B6FF13DA73AD}" type="presOf" srcId="{74409C54-E795-4F5A-94F5-3074B9CFF273}" destId="{938A8604-5476-4044-AE16-5FC0E043A179}" srcOrd="0" destOrd="0" presId="urn:microsoft.com/office/officeart/2005/8/layout/hList1"/>
    <dgm:cxn modelId="{FE9ADD4C-AA35-4588-9D91-57ECF9364452}" srcId="{5DF0D400-E36B-43EF-9B61-BE180FEE43B2}" destId="{B67A8A52-E0A2-4565-A415-B575DC132388}" srcOrd="2" destOrd="0" parTransId="{BD5A5C77-088B-4318-8531-C16FC310AACF}" sibTransId="{266B9C22-4AF6-4730-932E-EF1A34F12D86}"/>
    <dgm:cxn modelId="{ED457C6D-6678-4667-8D55-660B9D66A314}" type="presOf" srcId="{DDF2C76B-B9B7-4A47-93EC-972BABA886C0}" destId="{6660CAE5-7F25-475E-9B40-80B5E9C435F0}" srcOrd="0" destOrd="2" presId="urn:microsoft.com/office/officeart/2005/8/layout/hList1"/>
    <dgm:cxn modelId="{1394054F-6EF7-4357-A445-DC681E51E080}" type="presOf" srcId="{9895F70E-1B3E-44B6-91D3-309E614A5643}" destId="{1D614586-389B-4F05-82F8-6B482A9D13BB}" srcOrd="0" destOrd="0" presId="urn:microsoft.com/office/officeart/2005/8/layout/hList1"/>
    <dgm:cxn modelId="{608FDD55-7A3C-41EA-9283-AA7FE3976A06}" srcId="{9895F70E-1B3E-44B6-91D3-309E614A5643}" destId="{E8B5A307-2AA3-41A9-B2FE-FBF11D6B9963}" srcOrd="0" destOrd="0" parTransId="{91F3DF26-D316-444B-86AF-1AD14F14E1BF}" sibTransId="{7FC34B9C-CF43-45BA-A3CA-CF77C575BF33}"/>
    <dgm:cxn modelId="{A6453176-BDDE-4EF3-A19C-37960CFAF655}" type="presOf" srcId="{F277AED6-5FB9-4AE3-BF58-29332A04E48F}" destId="{6660CAE5-7F25-475E-9B40-80B5E9C435F0}" srcOrd="0" destOrd="1" presId="urn:microsoft.com/office/officeart/2005/8/layout/hList1"/>
    <dgm:cxn modelId="{F7DCFC84-64DA-4CA0-8B28-EABCBDAF4DD9}" type="presOf" srcId="{1492AC44-0E7E-4DD0-B828-7E6529980804}" destId="{95AB2D02-EEC3-4993-A607-2C7DF388C95E}" srcOrd="0" destOrd="1" presId="urn:microsoft.com/office/officeart/2005/8/layout/hList1"/>
    <dgm:cxn modelId="{B28CC68A-F872-48C7-8DA1-373D5F47D2D5}" srcId="{F3AF61C6-A870-4FDC-9634-67617E3B1AD9}" destId="{DB7FE022-CC40-4096-97DF-F694CF5CFDDE}" srcOrd="1" destOrd="0" parTransId="{51B28A5B-81F5-4D6D-B79D-1C9294168A9C}" sibTransId="{A3446A7B-E2C4-4A57-A20F-6A3B221E48F6}"/>
    <dgm:cxn modelId="{ECA76F93-ACAF-4831-93F0-2F759662DAD0}" srcId="{9895F70E-1B3E-44B6-91D3-309E614A5643}" destId="{DDF2C76B-B9B7-4A47-93EC-972BABA886C0}" srcOrd="2" destOrd="0" parTransId="{77BB891F-0B2A-4F04-9DBC-E7FE88C27FD5}" sibTransId="{45E03ADD-540B-4197-B8B6-60C7524C6F72}"/>
    <dgm:cxn modelId="{D9172396-F979-4341-941E-AAE169F3A87D}" type="presOf" srcId="{A9287EF7-95A8-4B92-963E-C6DF2FD9C3C6}" destId="{DADE0CF8-57F7-450B-988C-4A3D39D7FD1E}" srcOrd="0" destOrd="1" presId="urn:microsoft.com/office/officeart/2005/8/layout/hList1"/>
    <dgm:cxn modelId="{99F231A3-89C9-45DC-A15B-9DB604F1E736}" type="presOf" srcId="{358AC1E4-4B6A-4B3F-B948-0C142DC80FEE}" destId="{793BCE8B-CB92-469A-9D60-0482B4DD9D78}" srcOrd="0" destOrd="3" presId="urn:microsoft.com/office/officeart/2005/8/layout/hList1"/>
    <dgm:cxn modelId="{4B8F0DA5-B58F-4B34-B557-7855D451CF2E}" type="presOf" srcId="{115AA7F3-E7A4-44A3-824A-BD39ECF0948F}" destId="{793BCE8B-CB92-469A-9D60-0482B4DD9D78}" srcOrd="0" destOrd="1" presId="urn:microsoft.com/office/officeart/2005/8/layout/hList1"/>
    <dgm:cxn modelId="{F68EB0AC-996F-4E6D-88D3-10CED2604C5F}" srcId="{F3AF61C6-A870-4FDC-9634-67617E3B1AD9}" destId="{FDCBF573-EE8D-4946-981F-2F042803944D}" srcOrd="0" destOrd="0" parTransId="{2D74689F-ACC0-4C3F-BC5B-DC44A558218F}" sibTransId="{0C80329F-F9D4-4F06-8E32-DF1F926F0FA8}"/>
    <dgm:cxn modelId="{B41E60AF-6DD3-495E-A700-228FFC4178FC}" type="presOf" srcId="{FFE0CCE6-3E75-4CC7-98C4-6CD90DACA195}" destId="{95AB2D02-EEC3-4993-A607-2C7DF388C95E}" srcOrd="0" destOrd="0" presId="urn:microsoft.com/office/officeart/2005/8/layout/hList1"/>
    <dgm:cxn modelId="{128BDBB0-161B-4FFC-BAFE-AA1A8EB6A7C2}" type="presOf" srcId="{9E24588A-3935-40A8-B253-9EB6BD59304E}" destId="{880DCAF8-37A2-4AD4-B429-3E57E65C4820}" srcOrd="0" destOrd="0" presId="urn:microsoft.com/office/officeart/2005/8/layout/hList1"/>
    <dgm:cxn modelId="{130DF3BE-4131-4251-9FB5-891434256DEF}" type="presOf" srcId="{E8B5A307-2AA3-41A9-B2FE-FBF11D6B9963}" destId="{6660CAE5-7F25-475E-9B40-80B5E9C435F0}" srcOrd="0" destOrd="0" presId="urn:microsoft.com/office/officeart/2005/8/layout/hList1"/>
    <dgm:cxn modelId="{911C24C4-64A3-4D4D-871D-EDA3A0DA4D4D}" type="presOf" srcId="{BA34E331-BB67-42CE-B49E-BCC0EBA902F3}" destId="{793BCE8B-CB92-469A-9D60-0482B4DD9D78}" srcOrd="0" destOrd="5" presId="urn:microsoft.com/office/officeart/2005/8/layout/hList1"/>
    <dgm:cxn modelId="{68A974C6-2CCD-49FB-8829-A4903D22A2AB}" srcId="{9895F70E-1B3E-44B6-91D3-309E614A5643}" destId="{F277AED6-5FB9-4AE3-BF58-29332A04E48F}" srcOrd="1" destOrd="0" parTransId="{D58A5AAD-12C2-4D9E-96B3-BFC754628619}" sibTransId="{C4B1CDA8-E98E-4F85-8234-EDCA76CB40B6}"/>
    <dgm:cxn modelId="{2C71E0C7-FA33-48D5-8E9E-3BCA30482995}" type="presOf" srcId="{E5E61676-57EB-4FDF-BEE3-F57E0794C477}" destId="{793BCE8B-CB92-469A-9D60-0482B4DD9D78}" srcOrd="0" destOrd="2" presId="urn:microsoft.com/office/officeart/2005/8/layout/hList1"/>
    <dgm:cxn modelId="{0E70F4C8-C57C-4804-8B8D-60D7E488904B}" srcId="{3DD1FE96-6086-4196-AEF0-778A7FE789A2}" destId="{9E24588A-3935-40A8-B253-9EB6BD59304E}" srcOrd="0" destOrd="0" parTransId="{B08BF766-7096-4E9A-A279-F132DD9F0CD6}" sibTransId="{116A975E-981E-4F58-92AD-82DA69148E14}"/>
    <dgm:cxn modelId="{E1AF46C9-1E53-4E10-B36C-281D54D6F1A8}" srcId="{68916B29-5B50-4E72-833F-A8FCD77D218C}" destId="{9895F70E-1B3E-44B6-91D3-309E614A5643}" srcOrd="3" destOrd="0" parTransId="{C1B04DA0-32FE-41A5-9469-1BBC05B6A3D5}" sibTransId="{07C256CA-5080-4768-AD5C-537D0DBD189D}"/>
    <dgm:cxn modelId="{BCB8A1CA-D4E5-469F-BA63-08189EF39AD6}" type="presOf" srcId="{F3AF61C6-A870-4FDC-9634-67617E3B1AD9}" destId="{5C45BFE9-360B-4CC6-9740-DA5938A50C90}" srcOrd="0" destOrd="0" presId="urn:microsoft.com/office/officeart/2005/8/layout/hList1"/>
    <dgm:cxn modelId="{6A681DCC-AE55-4294-919F-08F2A7C01B35}" srcId="{74409C54-E795-4F5A-94F5-3074B9CFF273}" destId="{79EF05B0-4225-42C9-AF47-45E89737F200}" srcOrd="0" destOrd="0" parTransId="{45F69A49-78E3-4D69-B8A2-C1346A5F39C5}" sibTransId="{B3482CBD-3073-4B0E-934B-7B50A8F59B27}"/>
    <dgm:cxn modelId="{6F9676D7-ED24-40E7-9D29-1A2D7D167A74}" srcId="{2328ED24-CF5A-4076-944D-F78F336F7146}" destId="{33E6565F-5F79-4A58-A3D5-DBF56E657DF5}" srcOrd="0" destOrd="0" parTransId="{2FB7CD4D-1067-44B2-A5AB-57CA05E0F369}" sibTransId="{0D1F48D4-6328-4CC7-825D-6956CD55F096}"/>
    <dgm:cxn modelId="{BEBB00E4-730C-407A-9665-4D1644B6C99A}" type="presOf" srcId="{B67A8A52-E0A2-4565-A415-B575DC132388}" destId="{95AB2D02-EEC3-4993-A607-2C7DF388C95E}" srcOrd="0" destOrd="2" presId="urn:microsoft.com/office/officeart/2005/8/layout/hList1"/>
    <dgm:cxn modelId="{985F21E9-E90A-4E65-87E7-7D3234171F13}" srcId="{2328ED24-CF5A-4076-944D-F78F336F7146}" destId="{358AC1E4-4B6A-4B3F-B948-0C142DC80FEE}" srcOrd="3" destOrd="0" parTransId="{CE7F7B0C-4007-4449-9A1E-0197A2723051}" sibTransId="{573A65A4-BD3E-4E1C-8A2E-83B88B7D9E29}"/>
    <dgm:cxn modelId="{DEBCDEEC-2ECE-40F2-A0B5-76B71AFBB7E5}" srcId="{68916B29-5B50-4E72-833F-A8FCD77D218C}" destId="{5DF0D400-E36B-43EF-9B61-BE180FEE43B2}" srcOrd="4" destOrd="0" parTransId="{1BA7257A-776B-4551-AC90-50826B78B68B}" sibTransId="{25D5CE7C-D3E9-41E7-869F-DF286CBE8914}"/>
    <dgm:cxn modelId="{61AFF7F5-1F5A-49DD-90AC-C4077CF7B0FD}" type="presOf" srcId="{547E2517-3B9C-4A89-9E9B-22651723F47B}" destId="{793BCE8B-CB92-469A-9D60-0482B4DD9D78}" srcOrd="0" destOrd="4" presId="urn:microsoft.com/office/officeart/2005/8/layout/hList1"/>
    <dgm:cxn modelId="{D822A4FA-D0C0-477B-9FDD-CEE1C8430DE9}" type="presOf" srcId="{68916B29-5B50-4E72-833F-A8FCD77D218C}" destId="{F5D0DA45-4F0F-4AEC-830B-52DE0BBD4ABA}" srcOrd="0" destOrd="0" presId="urn:microsoft.com/office/officeart/2005/8/layout/hList1"/>
    <dgm:cxn modelId="{9862DBFB-82A0-46BC-BEF1-F4BCC5CE0D88}" type="presOf" srcId="{79EF05B0-4225-42C9-AF47-45E89737F200}" destId="{DADE0CF8-57F7-450B-988C-4A3D39D7FD1E}" srcOrd="0" destOrd="0" presId="urn:microsoft.com/office/officeart/2005/8/layout/hList1"/>
    <dgm:cxn modelId="{BD739CFF-D6F2-41AF-ABE5-2294C9964314}" type="presOf" srcId="{3DD1FE96-6086-4196-AEF0-778A7FE789A2}" destId="{420D76DE-CD43-4C1E-90C3-1AAE54EF498E}" srcOrd="0" destOrd="0" presId="urn:microsoft.com/office/officeart/2005/8/layout/hList1"/>
    <dgm:cxn modelId="{A755C1A6-FF95-4ABD-90E6-2DD605A61DE5}" type="presParOf" srcId="{F5D0DA45-4F0F-4AEC-830B-52DE0BBD4ABA}" destId="{9B47DC91-A64A-426F-8596-2CBBAA301B8D}" srcOrd="0" destOrd="0" presId="urn:microsoft.com/office/officeart/2005/8/layout/hList1"/>
    <dgm:cxn modelId="{DBF079BF-FEF8-46D0-88A2-27236ABA9188}" type="presParOf" srcId="{9B47DC91-A64A-426F-8596-2CBBAA301B8D}" destId="{420D76DE-CD43-4C1E-90C3-1AAE54EF498E}" srcOrd="0" destOrd="0" presId="urn:microsoft.com/office/officeart/2005/8/layout/hList1"/>
    <dgm:cxn modelId="{F083B4A6-B5D5-4AC2-9B36-AD6E316B4832}" type="presParOf" srcId="{9B47DC91-A64A-426F-8596-2CBBAA301B8D}" destId="{880DCAF8-37A2-4AD4-B429-3E57E65C4820}" srcOrd="1" destOrd="0" presId="urn:microsoft.com/office/officeart/2005/8/layout/hList1"/>
    <dgm:cxn modelId="{21FA2D3C-289E-4785-9E62-8DE236F41F54}" type="presParOf" srcId="{F5D0DA45-4F0F-4AEC-830B-52DE0BBD4ABA}" destId="{30FB62EF-0AD4-4E46-A7DA-D8E19DAF60CE}" srcOrd="1" destOrd="0" presId="urn:microsoft.com/office/officeart/2005/8/layout/hList1"/>
    <dgm:cxn modelId="{54CAA0DE-D370-4113-A15A-68CCE1CD2ED8}" type="presParOf" srcId="{F5D0DA45-4F0F-4AEC-830B-52DE0BBD4ABA}" destId="{5486F675-4219-481C-A961-E3EEC9B51868}" srcOrd="2" destOrd="0" presId="urn:microsoft.com/office/officeart/2005/8/layout/hList1"/>
    <dgm:cxn modelId="{17055A81-DF3C-4B4F-B33B-0B9F36D5C493}" type="presParOf" srcId="{5486F675-4219-481C-A961-E3EEC9B51868}" destId="{938A8604-5476-4044-AE16-5FC0E043A179}" srcOrd="0" destOrd="0" presId="urn:microsoft.com/office/officeart/2005/8/layout/hList1"/>
    <dgm:cxn modelId="{ECB9A8DC-098C-43DF-9C38-F6AC94D649DB}" type="presParOf" srcId="{5486F675-4219-481C-A961-E3EEC9B51868}" destId="{DADE0CF8-57F7-450B-988C-4A3D39D7FD1E}" srcOrd="1" destOrd="0" presId="urn:microsoft.com/office/officeart/2005/8/layout/hList1"/>
    <dgm:cxn modelId="{E9AAB3C9-71C4-4611-AD88-C889F96E2958}" type="presParOf" srcId="{F5D0DA45-4F0F-4AEC-830B-52DE0BBD4ABA}" destId="{2AB60D55-5E65-477A-B6F6-70C0A9F2E4C7}" srcOrd="3" destOrd="0" presId="urn:microsoft.com/office/officeart/2005/8/layout/hList1"/>
    <dgm:cxn modelId="{9F014ED0-0A6B-4B88-B054-1C6400699784}" type="presParOf" srcId="{F5D0DA45-4F0F-4AEC-830B-52DE0BBD4ABA}" destId="{EAF0F68B-7AE4-4A0F-B1BE-8854B89DFE98}" srcOrd="4" destOrd="0" presId="urn:microsoft.com/office/officeart/2005/8/layout/hList1"/>
    <dgm:cxn modelId="{964DE231-8EE6-4F7C-BD28-A6E57AEA18DE}" type="presParOf" srcId="{EAF0F68B-7AE4-4A0F-B1BE-8854B89DFE98}" destId="{5C45BFE9-360B-4CC6-9740-DA5938A50C90}" srcOrd="0" destOrd="0" presId="urn:microsoft.com/office/officeart/2005/8/layout/hList1"/>
    <dgm:cxn modelId="{BF5343A6-D614-47B5-AB08-837B056A77AA}" type="presParOf" srcId="{EAF0F68B-7AE4-4A0F-B1BE-8854B89DFE98}" destId="{298D8879-8708-41B7-81E1-4E95EA36BC21}" srcOrd="1" destOrd="0" presId="urn:microsoft.com/office/officeart/2005/8/layout/hList1"/>
    <dgm:cxn modelId="{F9E56CFF-8C92-4235-AB5A-1E60BA97BA89}" type="presParOf" srcId="{F5D0DA45-4F0F-4AEC-830B-52DE0BBD4ABA}" destId="{99679803-9124-48B4-95D5-46044936B5EC}" srcOrd="5" destOrd="0" presId="urn:microsoft.com/office/officeart/2005/8/layout/hList1"/>
    <dgm:cxn modelId="{31252C39-0F22-4BED-8E3F-0DA4F22F0ED4}" type="presParOf" srcId="{F5D0DA45-4F0F-4AEC-830B-52DE0BBD4ABA}" destId="{D044E2C5-50FF-4614-BEE1-CB8FC80D078A}" srcOrd="6" destOrd="0" presId="urn:microsoft.com/office/officeart/2005/8/layout/hList1"/>
    <dgm:cxn modelId="{B9B3BCB3-62D9-4191-BA66-6643A9C2A93C}" type="presParOf" srcId="{D044E2C5-50FF-4614-BEE1-CB8FC80D078A}" destId="{1D614586-389B-4F05-82F8-6B482A9D13BB}" srcOrd="0" destOrd="0" presId="urn:microsoft.com/office/officeart/2005/8/layout/hList1"/>
    <dgm:cxn modelId="{B0B06165-9C51-4571-A878-D5939D72DEBB}" type="presParOf" srcId="{D044E2C5-50FF-4614-BEE1-CB8FC80D078A}" destId="{6660CAE5-7F25-475E-9B40-80B5E9C435F0}" srcOrd="1" destOrd="0" presId="urn:microsoft.com/office/officeart/2005/8/layout/hList1"/>
    <dgm:cxn modelId="{333D2FDC-2971-4201-A293-A4EC27A9C2E4}" type="presParOf" srcId="{F5D0DA45-4F0F-4AEC-830B-52DE0BBD4ABA}" destId="{B3367692-B535-4A38-ADDC-23F7E91C053A}" srcOrd="7" destOrd="0" presId="urn:microsoft.com/office/officeart/2005/8/layout/hList1"/>
    <dgm:cxn modelId="{E1DFA559-81FD-4E50-BC1D-F7ADFA6C00CA}" type="presParOf" srcId="{F5D0DA45-4F0F-4AEC-830B-52DE0BBD4ABA}" destId="{580686FC-5DBA-457F-8D5F-7602A7706483}" srcOrd="8" destOrd="0" presId="urn:microsoft.com/office/officeart/2005/8/layout/hList1"/>
    <dgm:cxn modelId="{3D544D72-70A8-4EBB-B3F2-65155F375CD7}" type="presParOf" srcId="{580686FC-5DBA-457F-8D5F-7602A7706483}" destId="{AEC77CCC-4F58-4292-98C7-6C886CA64582}" srcOrd="0" destOrd="0" presId="urn:microsoft.com/office/officeart/2005/8/layout/hList1"/>
    <dgm:cxn modelId="{9F2F7200-3F85-40AA-BD15-1C19A9C1A0A1}" type="presParOf" srcId="{580686FC-5DBA-457F-8D5F-7602A7706483}" destId="{95AB2D02-EEC3-4993-A607-2C7DF388C95E}" srcOrd="1" destOrd="0" presId="urn:microsoft.com/office/officeart/2005/8/layout/hList1"/>
    <dgm:cxn modelId="{E85096B9-A41F-4FC7-9655-7E3821240C53}" type="presParOf" srcId="{F5D0DA45-4F0F-4AEC-830B-52DE0BBD4ABA}" destId="{E3F82AF8-F97F-4827-8FC2-9ECA704004D5}" srcOrd="9" destOrd="0" presId="urn:microsoft.com/office/officeart/2005/8/layout/hList1"/>
    <dgm:cxn modelId="{0D1A5533-714A-4C49-B834-F8A5D4B7BDD1}" type="presParOf" srcId="{F5D0DA45-4F0F-4AEC-830B-52DE0BBD4ABA}" destId="{B4669CA4-36DF-4E59-9C40-EB7C678D9792}" srcOrd="10" destOrd="0" presId="urn:microsoft.com/office/officeart/2005/8/layout/hList1"/>
    <dgm:cxn modelId="{C90B92F7-1D5E-43D3-829D-4DD2FF2A2552}" type="presParOf" srcId="{B4669CA4-36DF-4E59-9C40-EB7C678D9792}" destId="{702FF9A0-FC0D-4B61-B393-7ECCA6C3B472}" srcOrd="0" destOrd="0" presId="urn:microsoft.com/office/officeart/2005/8/layout/hList1"/>
    <dgm:cxn modelId="{A09FE7A5-45D3-401C-8963-D9DDBADE962C}" type="presParOf" srcId="{B4669CA4-36DF-4E59-9C40-EB7C678D9792}" destId="{793BCE8B-CB92-469A-9D60-0482B4DD9D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12FA7-E810-4CD0-B9C1-A3DCFD5D609F}">
      <dsp:nvSpPr>
        <dsp:cNvPr id="0" name=""/>
        <dsp:cNvSpPr/>
      </dsp:nvSpPr>
      <dsp:spPr>
        <a:xfrm>
          <a:off x="0" y="30575"/>
          <a:ext cx="10370389" cy="1382062"/>
        </a:xfrm>
        <a:prstGeom prst="roundRect">
          <a:avLst/>
        </a:prstGeom>
        <a:solidFill>
          <a:srgbClr val="000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Atualmente um dos paradigmas mais utilizados. </a:t>
          </a:r>
        </a:p>
      </dsp:txBody>
      <dsp:txXfrm>
        <a:off x="67467" y="98042"/>
        <a:ext cx="10235455" cy="1247128"/>
      </dsp:txXfrm>
    </dsp:sp>
    <dsp:sp modelId="{2EC549EE-D55D-4821-8996-BF044EB0ECB9}">
      <dsp:nvSpPr>
        <dsp:cNvPr id="0" name=""/>
        <dsp:cNvSpPr/>
      </dsp:nvSpPr>
      <dsp:spPr>
        <a:xfrm>
          <a:off x="0" y="1484637"/>
          <a:ext cx="10370389" cy="1382062"/>
        </a:xfrm>
        <a:prstGeom prst="roundRect">
          <a:avLst/>
        </a:prstGeom>
        <a:solidFill>
          <a:srgbClr val="000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Ela surgiu como uma solução para os problemas de complexidade encontrados nos sistemas desenvolvidos utilizando programação estruturada. </a:t>
          </a:r>
        </a:p>
      </dsp:txBody>
      <dsp:txXfrm>
        <a:off x="67467" y="1552104"/>
        <a:ext cx="10235455" cy="1247128"/>
      </dsp:txXfrm>
    </dsp:sp>
    <dsp:sp modelId="{17C57206-F3D0-4E15-BFEA-49F07BF45474}">
      <dsp:nvSpPr>
        <dsp:cNvPr id="0" name=""/>
        <dsp:cNvSpPr/>
      </dsp:nvSpPr>
      <dsp:spPr>
        <a:xfrm>
          <a:off x="0" y="2938700"/>
          <a:ext cx="10370389" cy="1382062"/>
        </a:xfrm>
        <a:prstGeom prst="roundRect">
          <a:avLst/>
        </a:prstGeom>
        <a:solidFill>
          <a:srgbClr val="000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A ideia principal da POO é aproximar o desenvolvimento de software da forma como os seres humanos enxergam o mundo: através de objetos, características e comportamentos. </a:t>
          </a:r>
        </a:p>
      </dsp:txBody>
      <dsp:txXfrm>
        <a:off x="67467" y="3006167"/>
        <a:ext cx="10235455" cy="12471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287B5-C402-4988-84F2-84CE13D48110}">
      <dsp:nvSpPr>
        <dsp:cNvPr id="0" name=""/>
        <dsp:cNvSpPr/>
      </dsp:nvSpPr>
      <dsp:spPr>
        <a:xfrm>
          <a:off x="0" y="39429"/>
          <a:ext cx="10370389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Antes da orientação a objetos, predominava a Programação Estruturada.</a:t>
          </a:r>
        </a:p>
      </dsp:txBody>
      <dsp:txXfrm>
        <a:off x="27586" y="67015"/>
        <a:ext cx="10315217" cy="509938"/>
      </dsp:txXfrm>
    </dsp:sp>
    <dsp:sp modelId="{0590B147-9E12-43D1-B315-9A2E9A82428E}">
      <dsp:nvSpPr>
        <dsp:cNvPr id="0" name=""/>
        <dsp:cNvSpPr/>
      </dsp:nvSpPr>
      <dsp:spPr>
        <a:xfrm>
          <a:off x="0" y="604538"/>
          <a:ext cx="10370389" cy="157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26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 dirty="0"/>
            <a:t>O sistema era dividido em procedimentos e funções;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 dirty="0"/>
            <a:t>Os dados eram manipulados globalmente;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 dirty="0"/>
            <a:t>O foco estava na sequência lógica das instruções;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 dirty="0"/>
            <a:t>O programa era executado de forma procedural e sequencial.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 dirty="0"/>
            <a:t>A linguagem C tornou-se o maior símbolo desse paradigma. </a:t>
          </a:r>
        </a:p>
      </dsp:txBody>
      <dsp:txXfrm>
        <a:off x="0" y="604538"/>
        <a:ext cx="10370389" cy="1571130"/>
      </dsp:txXfrm>
    </dsp:sp>
    <dsp:sp modelId="{8D162B45-C8FE-495E-BF6E-F6A5F630CD5B}">
      <dsp:nvSpPr>
        <dsp:cNvPr id="0" name=""/>
        <dsp:cNvSpPr/>
      </dsp:nvSpPr>
      <dsp:spPr>
        <a:xfrm>
          <a:off x="0" y="2175669"/>
          <a:ext cx="10370389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/>
            <a:t>Características da Programação Estruturada</a:t>
          </a:r>
          <a:endParaRPr lang="pt-BR" sz="2300" kern="1200"/>
        </a:p>
      </dsp:txBody>
      <dsp:txXfrm>
        <a:off x="27586" y="2203255"/>
        <a:ext cx="10315217" cy="509938"/>
      </dsp:txXfrm>
    </dsp:sp>
    <dsp:sp modelId="{A3D9D41F-2669-46DD-AD90-F01128F4179E}">
      <dsp:nvSpPr>
        <dsp:cNvPr id="0" name=""/>
        <dsp:cNvSpPr/>
      </dsp:nvSpPr>
      <dsp:spPr>
        <a:xfrm>
          <a:off x="0" y="2740779"/>
          <a:ext cx="10370389" cy="157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26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 dirty="0"/>
            <a:t>Alta performance;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 dirty="0"/>
            <a:t>Controle próximo ao hardware;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 dirty="0"/>
            <a:t>Execução rápida;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 dirty="0"/>
            <a:t>Boa para sistemas embarcados;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 dirty="0"/>
            <a:t>Difícil manutenção em sistemas grandes. </a:t>
          </a:r>
        </a:p>
      </dsp:txBody>
      <dsp:txXfrm>
        <a:off x="0" y="2740779"/>
        <a:ext cx="10370389" cy="15711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8B10D-FC84-469E-9FF3-3FF32CC4E6A4}">
      <dsp:nvSpPr>
        <dsp:cNvPr id="0" name=""/>
        <dsp:cNvSpPr/>
      </dsp:nvSpPr>
      <dsp:spPr>
        <a:xfrm>
          <a:off x="0" y="97782"/>
          <a:ext cx="10370389" cy="8783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Na década de 1960, os sistemas começaram a crescer muito em complexidade.</a:t>
          </a:r>
        </a:p>
      </dsp:txBody>
      <dsp:txXfrm>
        <a:off x="42879" y="140661"/>
        <a:ext cx="10284631" cy="792619"/>
      </dsp:txXfrm>
    </dsp:sp>
    <dsp:sp modelId="{A807CF8E-6A7F-43C3-A255-CD0624AD6835}">
      <dsp:nvSpPr>
        <dsp:cNvPr id="0" name=""/>
        <dsp:cNvSpPr/>
      </dsp:nvSpPr>
      <dsp:spPr>
        <a:xfrm>
          <a:off x="0" y="1039520"/>
          <a:ext cx="10370389" cy="8783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Os programadores começaram a enfrentar problemas como:</a:t>
          </a:r>
        </a:p>
      </dsp:txBody>
      <dsp:txXfrm>
        <a:off x="42879" y="1082399"/>
        <a:ext cx="10284631" cy="792619"/>
      </dsp:txXfrm>
    </dsp:sp>
    <dsp:sp modelId="{B187455D-171B-41FE-9017-50A47294AD4B}">
      <dsp:nvSpPr>
        <dsp:cNvPr id="0" name=""/>
        <dsp:cNvSpPr/>
      </dsp:nvSpPr>
      <dsp:spPr>
        <a:xfrm>
          <a:off x="0" y="1917897"/>
          <a:ext cx="10370389" cy="145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26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Dificuldade de manutenção;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Repetição de código;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Dificuldade de reutilização;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Sistemas muito grandes e difíceis de entender;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Dependência excessiva de um único programador. </a:t>
          </a:r>
        </a:p>
      </dsp:txBody>
      <dsp:txXfrm>
        <a:off x="0" y="1917897"/>
        <a:ext cx="10370389" cy="1457280"/>
      </dsp:txXfrm>
    </dsp:sp>
    <dsp:sp modelId="{A173D3DB-CC48-4A52-A242-4B810ADA2B87}">
      <dsp:nvSpPr>
        <dsp:cNvPr id="0" name=""/>
        <dsp:cNvSpPr/>
      </dsp:nvSpPr>
      <dsp:spPr>
        <a:xfrm>
          <a:off x="0" y="3375177"/>
          <a:ext cx="10370389" cy="8783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A programação estruturada funcionava bem para programas pequenos, mas tornava-se complicada para aplicações grandes e modernas. </a:t>
          </a:r>
        </a:p>
      </dsp:txBody>
      <dsp:txXfrm>
        <a:off x="42879" y="3418056"/>
        <a:ext cx="10284631" cy="7926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0E6152-11A6-48A8-A1D7-92D5838861FE}">
      <dsp:nvSpPr>
        <dsp:cNvPr id="0" name=""/>
        <dsp:cNvSpPr/>
      </dsp:nvSpPr>
      <dsp:spPr>
        <a:xfrm>
          <a:off x="0" y="46170"/>
          <a:ext cx="6388940" cy="449280"/>
        </a:xfrm>
        <a:prstGeom prst="roundRect">
          <a:avLst/>
        </a:prstGeom>
        <a:solidFill>
          <a:srgbClr val="000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Classe</a:t>
          </a:r>
          <a:endParaRPr lang="pt-BR" sz="1800" kern="1200"/>
        </a:p>
      </dsp:txBody>
      <dsp:txXfrm>
        <a:off x="21932" y="68102"/>
        <a:ext cx="6345076" cy="405416"/>
      </dsp:txXfrm>
    </dsp:sp>
    <dsp:sp modelId="{39DC406B-612D-4508-8A07-C2728BD70867}">
      <dsp:nvSpPr>
        <dsp:cNvPr id="0" name=""/>
        <dsp:cNvSpPr/>
      </dsp:nvSpPr>
      <dsp:spPr>
        <a:xfrm>
          <a:off x="0" y="504974"/>
          <a:ext cx="6388940" cy="608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849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É o molde para criar objetos.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Exemplo: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Classe: Carro</a:t>
          </a:r>
        </a:p>
      </dsp:txBody>
      <dsp:txXfrm>
        <a:off x="0" y="504974"/>
        <a:ext cx="6388940" cy="608580"/>
      </dsp:txXfrm>
    </dsp:sp>
    <dsp:sp modelId="{16EA2CFB-ED47-4BD8-B87C-F977BC527940}">
      <dsp:nvSpPr>
        <dsp:cNvPr id="0" name=""/>
        <dsp:cNvSpPr/>
      </dsp:nvSpPr>
      <dsp:spPr>
        <a:xfrm>
          <a:off x="0" y="1113554"/>
          <a:ext cx="6388940" cy="449280"/>
        </a:xfrm>
        <a:prstGeom prst="roundRect">
          <a:avLst/>
        </a:prstGeom>
        <a:solidFill>
          <a:srgbClr val="033E8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Objeto</a:t>
          </a:r>
          <a:endParaRPr lang="pt-BR" sz="1800" kern="1200" dirty="0"/>
        </a:p>
      </dsp:txBody>
      <dsp:txXfrm>
        <a:off x="21932" y="1135486"/>
        <a:ext cx="6345076" cy="405416"/>
      </dsp:txXfrm>
    </dsp:sp>
    <dsp:sp modelId="{1E637E45-59F3-4EF5-A77C-80AB3AF668ED}">
      <dsp:nvSpPr>
        <dsp:cNvPr id="0" name=""/>
        <dsp:cNvSpPr/>
      </dsp:nvSpPr>
      <dsp:spPr>
        <a:xfrm>
          <a:off x="0" y="1562834"/>
          <a:ext cx="6388940" cy="608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849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É a instância criada a partir da classe.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Exemplo: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Objeto: </a:t>
          </a:r>
          <a:r>
            <a:rPr lang="pt-BR" sz="1200" kern="1200" dirty="0" err="1"/>
            <a:t>MeuFusca</a:t>
          </a:r>
          <a:endParaRPr lang="pt-BR" sz="1200" kern="1200" dirty="0"/>
        </a:p>
      </dsp:txBody>
      <dsp:txXfrm>
        <a:off x="0" y="1562834"/>
        <a:ext cx="6388940" cy="608580"/>
      </dsp:txXfrm>
    </dsp:sp>
    <dsp:sp modelId="{C9991C8F-CD2F-49B4-A9CD-B80700A0A93A}">
      <dsp:nvSpPr>
        <dsp:cNvPr id="0" name=""/>
        <dsp:cNvSpPr/>
      </dsp:nvSpPr>
      <dsp:spPr>
        <a:xfrm>
          <a:off x="0" y="2171415"/>
          <a:ext cx="6388940" cy="449280"/>
        </a:xfrm>
        <a:prstGeom prst="roundRect">
          <a:avLst/>
        </a:prstGeom>
        <a:solidFill>
          <a:srgbClr val="034C8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Atributos</a:t>
          </a:r>
          <a:endParaRPr lang="pt-BR" sz="1800" kern="1200" dirty="0"/>
        </a:p>
      </dsp:txBody>
      <dsp:txXfrm>
        <a:off x="21932" y="2193347"/>
        <a:ext cx="6345076" cy="405416"/>
      </dsp:txXfrm>
    </dsp:sp>
    <dsp:sp modelId="{EB655E1E-271C-4B07-A3C0-5C89875A9B72}">
      <dsp:nvSpPr>
        <dsp:cNvPr id="0" name=""/>
        <dsp:cNvSpPr/>
      </dsp:nvSpPr>
      <dsp:spPr>
        <a:xfrm>
          <a:off x="0" y="2620695"/>
          <a:ext cx="6388940" cy="1018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849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São as características do objeto.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Exemplo: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Cor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Modelo </a:t>
          </a:r>
        </a:p>
        <a:p>
          <a:pPr marL="342900" lvl="3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Ano </a:t>
          </a:r>
        </a:p>
      </dsp:txBody>
      <dsp:txXfrm>
        <a:off x="0" y="2620695"/>
        <a:ext cx="6388940" cy="1018440"/>
      </dsp:txXfrm>
    </dsp:sp>
    <dsp:sp modelId="{62E88C61-2E38-416A-9E19-C789FF3EDA8D}">
      <dsp:nvSpPr>
        <dsp:cNvPr id="0" name=""/>
        <dsp:cNvSpPr/>
      </dsp:nvSpPr>
      <dsp:spPr>
        <a:xfrm>
          <a:off x="0" y="3639135"/>
          <a:ext cx="6388940" cy="449280"/>
        </a:xfrm>
        <a:prstGeom prst="roundRect">
          <a:avLst/>
        </a:prstGeom>
        <a:solidFill>
          <a:srgbClr val="0367A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Métodos</a:t>
          </a:r>
          <a:endParaRPr lang="pt-BR" sz="1800" kern="1200" dirty="0"/>
        </a:p>
      </dsp:txBody>
      <dsp:txXfrm>
        <a:off x="21932" y="3661067"/>
        <a:ext cx="6345076" cy="405416"/>
      </dsp:txXfrm>
    </dsp:sp>
    <dsp:sp modelId="{3A1EF1B2-934B-425E-A78A-6E3C2A431C1C}">
      <dsp:nvSpPr>
        <dsp:cNvPr id="0" name=""/>
        <dsp:cNvSpPr/>
      </dsp:nvSpPr>
      <dsp:spPr>
        <a:xfrm>
          <a:off x="0" y="4088415"/>
          <a:ext cx="6388940" cy="1018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849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São os comportamentos do objeto.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Exemplo: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Acelerar()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Frear()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200" kern="1200" dirty="0"/>
            <a:t>Buzinar()</a:t>
          </a:r>
        </a:p>
      </dsp:txBody>
      <dsp:txXfrm>
        <a:off x="0" y="4088415"/>
        <a:ext cx="6388940" cy="10184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5198B-61F8-425C-96A0-8EC86DE9528D}">
      <dsp:nvSpPr>
        <dsp:cNvPr id="0" name=""/>
        <dsp:cNvSpPr/>
      </dsp:nvSpPr>
      <dsp:spPr>
        <a:xfrm>
          <a:off x="0" y="63998"/>
          <a:ext cx="7674815" cy="540540"/>
        </a:xfrm>
        <a:prstGeom prst="roundRect">
          <a:avLst/>
        </a:prstGeom>
        <a:solidFill>
          <a:srgbClr val="000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A POO se consolidou através de quatro pilares fundamentais:</a:t>
          </a:r>
        </a:p>
      </dsp:txBody>
      <dsp:txXfrm>
        <a:off x="26387" y="90385"/>
        <a:ext cx="7622041" cy="487766"/>
      </dsp:txXfrm>
    </dsp:sp>
    <dsp:sp modelId="{814AE7DE-87D1-4A5E-9261-9B0362C6C55E}">
      <dsp:nvSpPr>
        <dsp:cNvPr id="0" name=""/>
        <dsp:cNvSpPr/>
      </dsp:nvSpPr>
      <dsp:spPr>
        <a:xfrm>
          <a:off x="0" y="667898"/>
          <a:ext cx="7674815" cy="540540"/>
        </a:xfrm>
        <a:prstGeom prst="roundRect">
          <a:avLst/>
        </a:prstGeom>
        <a:solidFill>
          <a:srgbClr val="033E8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/>
            <a:t>Abstração</a:t>
          </a:r>
          <a:endParaRPr lang="pt-BR" sz="2200" kern="1200" dirty="0"/>
        </a:p>
      </dsp:txBody>
      <dsp:txXfrm>
        <a:off x="26387" y="694285"/>
        <a:ext cx="7622041" cy="487766"/>
      </dsp:txXfrm>
    </dsp:sp>
    <dsp:sp modelId="{A3E37D67-6401-4D5E-AEAA-12904207ADED}">
      <dsp:nvSpPr>
        <dsp:cNvPr id="0" name=""/>
        <dsp:cNvSpPr/>
      </dsp:nvSpPr>
      <dsp:spPr>
        <a:xfrm>
          <a:off x="0" y="1208439"/>
          <a:ext cx="7674815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67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Representar apenas o que é importante para o sistema. </a:t>
          </a:r>
        </a:p>
      </dsp:txBody>
      <dsp:txXfrm>
        <a:off x="0" y="1208439"/>
        <a:ext cx="7674815" cy="364320"/>
      </dsp:txXfrm>
    </dsp:sp>
    <dsp:sp modelId="{2F8192DF-278A-4A38-A6F9-724C2CBDF830}">
      <dsp:nvSpPr>
        <dsp:cNvPr id="0" name=""/>
        <dsp:cNvSpPr/>
      </dsp:nvSpPr>
      <dsp:spPr>
        <a:xfrm>
          <a:off x="0" y="1572759"/>
          <a:ext cx="7674815" cy="540540"/>
        </a:xfrm>
        <a:prstGeom prst="roundRect">
          <a:avLst/>
        </a:prstGeom>
        <a:solidFill>
          <a:srgbClr val="033E8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/>
            <a:t>Encapsulamento</a:t>
          </a:r>
          <a:endParaRPr lang="pt-BR" sz="2200" kern="1200" dirty="0"/>
        </a:p>
      </dsp:txBody>
      <dsp:txXfrm>
        <a:off x="26387" y="1599146"/>
        <a:ext cx="7622041" cy="487766"/>
      </dsp:txXfrm>
    </dsp:sp>
    <dsp:sp modelId="{35301379-271F-4C4F-991C-43A8EA48993A}">
      <dsp:nvSpPr>
        <dsp:cNvPr id="0" name=""/>
        <dsp:cNvSpPr/>
      </dsp:nvSpPr>
      <dsp:spPr>
        <a:xfrm>
          <a:off x="0" y="2113299"/>
          <a:ext cx="7674815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67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Esconder detalhes internos e proteger os dados. </a:t>
          </a:r>
        </a:p>
      </dsp:txBody>
      <dsp:txXfrm>
        <a:off x="0" y="2113299"/>
        <a:ext cx="7674815" cy="364320"/>
      </dsp:txXfrm>
    </dsp:sp>
    <dsp:sp modelId="{D550C44F-3CC1-4790-A781-5F74E645209B}">
      <dsp:nvSpPr>
        <dsp:cNvPr id="0" name=""/>
        <dsp:cNvSpPr/>
      </dsp:nvSpPr>
      <dsp:spPr>
        <a:xfrm>
          <a:off x="0" y="2477619"/>
          <a:ext cx="7674815" cy="540540"/>
        </a:xfrm>
        <a:prstGeom prst="roundRect">
          <a:avLst/>
        </a:prstGeom>
        <a:solidFill>
          <a:srgbClr val="033E8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/>
            <a:t>Herança</a:t>
          </a:r>
          <a:endParaRPr lang="pt-BR" sz="2200" kern="1200" dirty="0"/>
        </a:p>
      </dsp:txBody>
      <dsp:txXfrm>
        <a:off x="26387" y="2504006"/>
        <a:ext cx="7622041" cy="487766"/>
      </dsp:txXfrm>
    </dsp:sp>
    <dsp:sp modelId="{7D9A9F65-083E-4F72-B0CC-3E99E1A4A6A1}">
      <dsp:nvSpPr>
        <dsp:cNvPr id="0" name=""/>
        <dsp:cNvSpPr/>
      </dsp:nvSpPr>
      <dsp:spPr>
        <a:xfrm>
          <a:off x="0" y="3018159"/>
          <a:ext cx="7674815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67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Permitir reutilização de código entre classes. </a:t>
          </a:r>
        </a:p>
      </dsp:txBody>
      <dsp:txXfrm>
        <a:off x="0" y="3018159"/>
        <a:ext cx="7674815" cy="364320"/>
      </dsp:txXfrm>
    </dsp:sp>
    <dsp:sp modelId="{F966464C-06B3-4325-9E39-D079AACD59E3}">
      <dsp:nvSpPr>
        <dsp:cNvPr id="0" name=""/>
        <dsp:cNvSpPr/>
      </dsp:nvSpPr>
      <dsp:spPr>
        <a:xfrm>
          <a:off x="0" y="3382479"/>
          <a:ext cx="7674815" cy="540540"/>
        </a:xfrm>
        <a:prstGeom prst="roundRect">
          <a:avLst/>
        </a:prstGeom>
        <a:solidFill>
          <a:srgbClr val="033E8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/>
            <a:t>Polimorfismo</a:t>
          </a:r>
          <a:endParaRPr lang="pt-BR" sz="2200" kern="1200" dirty="0"/>
        </a:p>
      </dsp:txBody>
      <dsp:txXfrm>
        <a:off x="26387" y="3408866"/>
        <a:ext cx="7622041" cy="487766"/>
      </dsp:txXfrm>
    </dsp:sp>
    <dsp:sp modelId="{8EEA1790-5FF6-4B83-9AF8-E39ADBC0B528}">
      <dsp:nvSpPr>
        <dsp:cNvPr id="0" name=""/>
        <dsp:cNvSpPr/>
      </dsp:nvSpPr>
      <dsp:spPr>
        <a:xfrm>
          <a:off x="0" y="3923019"/>
          <a:ext cx="7674815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67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Permitir diferentes comportamentos para o mesmo método. </a:t>
          </a:r>
        </a:p>
      </dsp:txBody>
      <dsp:txXfrm>
        <a:off x="0" y="3923019"/>
        <a:ext cx="7674815" cy="3643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E4261-0A66-4907-9B27-445C2E075549}">
      <dsp:nvSpPr>
        <dsp:cNvPr id="0" name=""/>
        <dsp:cNvSpPr/>
      </dsp:nvSpPr>
      <dsp:spPr>
        <a:xfrm>
          <a:off x="1984" y="0"/>
          <a:ext cx="4231018" cy="1400264"/>
        </a:xfrm>
        <a:prstGeom prst="roundRect">
          <a:avLst>
            <a:gd name="adj" fmla="val 10000"/>
          </a:avLst>
        </a:prstGeom>
        <a:solidFill>
          <a:srgbClr val="000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A POO aproxima o software da forma como os humanos pensam. </a:t>
          </a:r>
        </a:p>
      </dsp:txBody>
      <dsp:txXfrm>
        <a:off x="42996" y="41012"/>
        <a:ext cx="4148994" cy="1318240"/>
      </dsp:txXfrm>
    </dsp:sp>
    <dsp:sp modelId="{80EF5BB8-5621-420D-93DC-36CF813B88B3}">
      <dsp:nvSpPr>
        <dsp:cNvPr id="0" name=""/>
        <dsp:cNvSpPr/>
      </dsp:nvSpPr>
      <dsp:spPr>
        <a:xfrm>
          <a:off x="4656104" y="175485"/>
          <a:ext cx="896975" cy="10492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000" kern="1200"/>
        </a:p>
      </dsp:txBody>
      <dsp:txXfrm>
        <a:off x="4656104" y="385343"/>
        <a:ext cx="627883" cy="629576"/>
      </dsp:txXfrm>
    </dsp:sp>
    <dsp:sp modelId="{08A08532-901D-4937-999E-700FE657548A}">
      <dsp:nvSpPr>
        <dsp:cNvPr id="0" name=""/>
        <dsp:cNvSpPr/>
      </dsp:nvSpPr>
      <dsp:spPr>
        <a:xfrm>
          <a:off x="5925409" y="0"/>
          <a:ext cx="4231018" cy="1400264"/>
        </a:xfrm>
        <a:prstGeom prst="roundRect">
          <a:avLst>
            <a:gd name="adj" fmla="val 10000"/>
          </a:avLst>
        </a:prstGeom>
        <a:solidFill>
          <a:srgbClr val="0367A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Já a programação estruturada se aproxima mais da lógica da máquina. </a:t>
          </a:r>
        </a:p>
      </dsp:txBody>
      <dsp:txXfrm>
        <a:off x="5966421" y="41012"/>
        <a:ext cx="4148994" cy="13182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0D76DE-CD43-4C1E-90C3-1AAE54EF498E}">
      <dsp:nvSpPr>
        <dsp:cNvPr id="0" name=""/>
        <dsp:cNvSpPr/>
      </dsp:nvSpPr>
      <dsp:spPr>
        <a:xfrm>
          <a:off x="2911" y="814451"/>
          <a:ext cx="1546950" cy="403200"/>
        </a:xfrm>
        <a:prstGeom prst="rect">
          <a:avLst/>
        </a:prstGeom>
        <a:solidFill>
          <a:srgbClr val="00005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Década de 1960</a:t>
          </a:r>
          <a:endParaRPr lang="pt-BR" sz="1400" kern="1200" dirty="0"/>
        </a:p>
      </dsp:txBody>
      <dsp:txXfrm>
        <a:off x="2911" y="814451"/>
        <a:ext cx="1546950" cy="403200"/>
      </dsp:txXfrm>
    </dsp:sp>
    <dsp:sp modelId="{880DCAF8-37A2-4AD4-B429-3E57E65C4820}">
      <dsp:nvSpPr>
        <dsp:cNvPr id="0" name=""/>
        <dsp:cNvSpPr/>
      </dsp:nvSpPr>
      <dsp:spPr>
        <a:xfrm>
          <a:off x="2911" y="1227183"/>
          <a:ext cx="1546950" cy="2319235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SIMULA 67 </a:t>
          </a:r>
        </a:p>
      </dsp:txBody>
      <dsp:txXfrm>
        <a:off x="2911" y="1227183"/>
        <a:ext cx="1546950" cy="2319235"/>
      </dsp:txXfrm>
    </dsp:sp>
    <dsp:sp modelId="{938A8604-5476-4044-AE16-5FC0E043A179}">
      <dsp:nvSpPr>
        <dsp:cNvPr id="0" name=""/>
        <dsp:cNvSpPr/>
      </dsp:nvSpPr>
      <dsp:spPr>
        <a:xfrm>
          <a:off x="1766434" y="814451"/>
          <a:ext cx="1546950" cy="403200"/>
        </a:xfrm>
        <a:prstGeom prst="rect">
          <a:avLst/>
        </a:prstGeom>
        <a:solidFill>
          <a:srgbClr val="00005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Década de 1970</a:t>
          </a:r>
          <a:endParaRPr lang="pt-BR" sz="1400" kern="1200"/>
        </a:p>
      </dsp:txBody>
      <dsp:txXfrm>
        <a:off x="1766434" y="814451"/>
        <a:ext cx="1546950" cy="403200"/>
      </dsp:txXfrm>
    </dsp:sp>
    <dsp:sp modelId="{DADE0CF8-57F7-450B-988C-4A3D39D7FD1E}">
      <dsp:nvSpPr>
        <dsp:cNvPr id="0" name=""/>
        <dsp:cNvSpPr/>
      </dsp:nvSpPr>
      <dsp:spPr>
        <a:xfrm>
          <a:off x="1766434" y="1227183"/>
          <a:ext cx="1546950" cy="2319235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Smalltalk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fortalecimento do conceito de objeto </a:t>
          </a:r>
        </a:p>
      </dsp:txBody>
      <dsp:txXfrm>
        <a:off x="1766434" y="1227183"/>
        <a:ext cx="1546950" cy="2319235"/>
      </dsp:txXfrm>
    </dsp:sp>
    <dsp:sp modelId="{5C45BFE9-360B-4CC6-9740-DA5938A50C90}">
      <dsp:nvSpPr>
        <dsp:cNvPr id="0" name=""/>
        <dsp:cNvSpPr/>
      </dsp:nvSpPr>
      <dsp:spPr>
        <a:xfrm>
          <a:off x="3529958" y="814451"/>
          <a:ext cx="1546950" cy="403200"/>
        </a:xfrm>
        <a:prstGeom prst="rect">
          <a:avLst/>
        </a:prstGeom>
        <a:solidFill>
          <a:srgbClr val="00005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Década de 1980</a:t>
          </a:r>
          <a:endParaRPr lang="pt-BR" sz="1400" kern="1200"/>
        </a:p>
      </dsp:txBody>
      <dsp:txXfrm>
        <a:off x="3529958" y="814451"/>
        <a:ext cx="1546950" cy="403200"/>
      </dsp:txXfrm>
    </dsp:sp>
    <dsp:sp modelId="{298D8879-8708-41B7-81E1-4E95EA36BC21}">
      <dsp:nvSpPr>
        <dsp:cNvPr id="0" name=""/>
        <dsp:cNvSpPr/>
      </dsp:nvSpPr>
      <dsp:spPr>
        <a:xfrm>
          <a:off x="3529958" y="1227183"/>
          <a:ext cx="1546950" cy="2319235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C++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união entre desempenho da linguagem C e conceitos de POO </a:t>
          </a:r>
        </a:p>
      </dsp:txBody>
      <dsp:txXfrm>
        <a:off x="3529958" y="1227183"/>
        <a:ext cx="1546950" cy="2319235"/>
      </dsp:txXfrm>
    </dsp:sp>
    <dsp:sp modelId="{1D614586-389B-4F05-82F8-6B482A9D13BB}">
      <dsp:nvSpPr>
        <dsp:cNvPr id="0" name=""/>
        <dsp:cNvSpPr/>
      </dsp:nvSpPr>
      <dsp:spPr>
        <a:xfrm>
          <a:off x="5293481" y="814451"/>
          <a:ext cx="1546950" cy="403200"/>
        </a:xfrm>
        <a:prstGeom prst="rect">
          <a:avLst/>
        </a:prstGeom>
        <a:solidFill>
          <a:srgbClr val="00005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Década de 1990</a:t>
          </a:r>
          <a:endParaRPr lang="pt-BR" sz="1400" kern="1200"/>
        </a:p>
      </dsp:txBody>
      <dsp:txXfrm>
        <a:off x="5293481" y="814451"/>
        <a:ext cx="1546950" cy="403200"/>
      </dsp:txXfrm>
    </dsp:sp>
    <dsp:sp modelId="{6660CAE5-7F25-475E-9B40-80B5E9C435F0}">
      <dsp:nvSpPr>
        <dsp:cNvPr id="0" name=""/>
        <dsp:cNvSpPr/>
      </dsp:nvSpPr>
      <dsp:spPr>
        <a:xfrm>
          <a:off x="5293481" y="1227183"/>
          <a:ext cx="1546950" cy="2319235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Java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Visual Basic orientado a objetos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Delphi </a:t>
          </a:r>
        </a:p>
      </dsp:txBody>
      <dsp:txXfrm>
        <a:off x="5293481" y="1227183"/>
        <a:ext cx="1546950" cy="2319235"/>
      </dsp:txXfrm>
    </dsp:sp>
    <dsp:sp modelId="{AEC77CCC-4F58-4292-98C7-6C886CA64582}">
      <dsp:nvSpPr>
        <dsp:cNvPr id="0" name=""/>
        <dsp:cNvSpPr/>
      </dsp:nvSpPr>
      <dsp:spPr>
        <a:xfrm>
          <a:off x="7057004" y="814451"/>
          <a:ext cx="1546950" cy="403200"/>
        </a:xfrm>
        <a:prstGeom prst="rect">
          <a:avLst/>
        </a:prstGeom>
        <a:solidFill>
          <a:srgbClr val="00005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Década de 2000</a:t>
          </a:r>
          <a:endParaRPr lang="pt-BR" sz="1400" kern="1200"/>
        </a:p>
      </dsp:txBody>
      <dsp:txXfrm>
        <a:off x="7057004" y="814451"/>
        <a:ext cx="1546950" cy="403200"/>
      </dsp:txXfrm>
    </dsp:sp>
    <dsp:sp modelId="{95AB2D02-EEC3-4993-A607-2C7DF388C95E}">
      <dsp:nvSpPr>
        <dsp:cNvPr id="0" name=""/>
        <dsp:cNvSpPr/>
      </dsp:nvSpPr>
      <dsp:spPr>
        <a:xfrm>
          <a:off x="7057004" y="1227183"/>
          <a:ext cx="1546950" cy="2319235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C#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expansão do .NET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aplicações corporativas </a:t>
          </a:r>
        </a:p>
      </dsp:txBody>
      <dsp:txXfrm>
        <a:off x="7057004" y="1227183"/>
        <a:ext cx="1546950" cy="2319235"/>
      </dsp:txXfrm>
    </dsp:sp>
    <dsp:sp modelId="{702FF9A0-FC0D-4B61-B393-7ECCA6C3B472}">
      <dsp:nvSpPr>
        <dsp:cNvPr id="0" name=""/>
        <dsp:cNvSpPr/>
      </dsp:nvSpPr>
      <dsp:spPr>
        <a:xfrm>
          <a:off x="8820528" y="814451"/>
          <a:ext cx="1546950" cy="403200"/>
        </a:xfrm>
        <a:prstGeom prst="rect">
          <a:avLst/>
        </a:prstGeom>
        <a:solidFill>
          <a:srgbClr val="00005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Atualidade</a:t>
          </a:r>
          <a:endParaRPr lang="pt-BR" sz="1400" kern="1200"/>
        </a:p>
      </dsp:txBody>
      <dsp:txXfrm>
        <a:off x="8820528" y="814451"/>
        <a:ext cx="1546950" cy="403200"/>
      </dsp:txXfrm>
    </dsp:sp>
    <dsp:sp modelId="{793BCE8B-CB92-469A-9D60-0482B4DD9D78}">
      <dsp:nvSpPr>
        <dsp:cNvPr id="0" name=""/>
        <dsp:cNvSpPr/>
      </dsp:nvSpPr>
      <dsp:spPr>
        <a:xfrm>
          <a:off x="8820528" y="1227183"/>
          <a:ext cx="1546950" cy="2319235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Python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Kotlin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Swift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TypeScript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Rust (com conceitos modernos)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linguagens híbridas multiparadigma</a:t>
          </a:r>
        </a:p>
      </dsp:txBody>
      <dsp:txXfrm>
        <a:off x="8820528" y="1227183"/>
        <a:ext cx="1546950" cy="2319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84BBB-0AEA-105D-5F87-52B2FC1ED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453965-2FB7-E6C1-2D48-C1EF35957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9B0BE4-0B3E-30BE-D41C-62AEAD97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BFDA-415E-5F6B-F87B-0F7FE939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493DA-AB46-D8FB-2185-A49008D8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1700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30393-E547-B402-03CC-977C713C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0C602-D520-EDC4-187E-103F6250C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44A02-B00A-409C-0ABE-4C69A0C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294A3-DBD2-373A-96BA-A6B1C2A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5BC20E-BDE8-6472-1B3C-016524FF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80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5BAED-F86F-0AC7-647B-B8A925DF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C3476-CD80-4260-A4C2-2CDFA248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7C15D3-799E-BBB0-85BA-584502B9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4EF58-7AC8-27CC-5B9B-EED41826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CF4E0-A0A1-08F0-A73C-ED4919D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31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1E92E-A5BC-3F60-E557-825A4E8B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C1AA8-FB7E-039A-24C9-71933BE39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DC13D-ACF4-6279-0D25-F68EA3F21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A62DA2-9535-D227-515B-1933B4B2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6CAFA-D0FB-A2B8-C97A-B5DB7B47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B6B634-E234-0270-994E-2864DA39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910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71544-7593-F36C-2C36-80B84B2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D72AF6-0728-2D6D-BC4E-B25FAFF8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E110DB-6D43-82EB-25DC-408B09D8E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EB588C-6277-79CF-6343-0F585A2EA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08D674-5AFF-D280-6D48-E4C2C0329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38353D-4395-51BF-CDCA-A35D7B2E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BD0EDD-60AD-FA3C-F280-01AD946E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31E9E0-B60E-A76D-82FF-B23C21AE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337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4A328-27BA-6C20-2FB6-98760D5F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DA9652-A327-6D9E-CC07-C8A1023A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F18115-5EF4-574B-D44D-27550650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486F2C-FC0F-0478-8E5F-0F85241C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34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6C3CC4-9550-C1FA-5318-A6D53D36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6C7134-7863-79A8-B1E5-08D59D16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85BF5D-51E3-7925-A994-498EF63F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37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34C60-48F7-DCD4-ABEF-6CBCECEA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33E1DA-09C8-60BB-8F89-F2BA8226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4122BE-EE75-4F1D-5A91-54AB05B8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EB627-3A8E-D68B-28DA-6A4A9820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76BCA7-BF39-4B03-3B17-C8549873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BFB53-36B2-B3BC-0577-DA7D2731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0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3B6C0-5830-21EF-B785-2AD6C6D7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2380AF-2FC0-47F1-4FAA-2E1EFAF1E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DEE9A2-9D8F-309B-B2CB-CBF155527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6F3A24-39BC-1118-1FF6-17929985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4CBDC-807B-6B9B-B9BD-7A5690E8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CAB5BE-1395-3BF1-FF58-028235DF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118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D97B7-A87C-36DD-B679-99B72EA2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928B2A-290D-B5B2-E50B-4F4C9FAF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7D33C-1337-5311-833E-2D7643CF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A5F3B-4FB2-BE00-DF94-87A44049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37468-1245-F38C-437C-6033D878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07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93BD76-06E7-209F-0376-2E47F78A6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C96CE7-9026-FDC0-0242-9AF0C3FC3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BDCA1-0E3E-BB76-A5F0-729B4879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6FF04-149E-14D1-915C-EFF7EF09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EEC5E-B552-AE4E-C1D9-36C046EA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16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xto&#10;&#10;Descrição gerada automaticamente com confiança baixa">
            <a:extLst>
              <a:ext uri="{FF2B5EF4-FFF2-40B4-BE49-F238E27FC236}">
                <a16:creationId xmlns:a16="http://schemas.microsoft.com/office/drawing/2014/main" id="{2BC3A1D1-431E-0470-24A9-941A1C326EA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2" t="1853" r="64727" b="42836"/>
          <a:stretch/>
        </p:blipFill>
        <p:spPr>
          <a:xfrm>
            <a:off x="0" y="11262"/>
            <a:ext cx="1054100" cy="1051045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564E83-31D4-9D45-4A19-04EFC823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FA1DFB-5681-4229-5B94-71B9E9559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3410" y="1825625"/>
            <a:ext cx="103703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7EB250-651F-F2DA-477B-A568DED1B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490C3-E1FA-4D44-9757-BF1AB899E334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12ADF-D139-99D1-CE25-D18F6CF31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A8DBA7-56FD-416B-3A34-FAAB40E86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0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5334C9-A291-E2BC-B303-645466EEF4C7}"/>
              </a:ext>
            </a:extLst>
          </p:cNvPr>
          <p:cNvSpPr/>
          <p:nvPr/>
        </p:nvSpPr>
        <p:spPr>
          <a:xfrm>
            <a:off x="1262744" y="-435789"/>
            <a:ext cx="377372" cy="377372"/>
          </a:xfrm>
          <a:prstGeom prst="rect">
            <a:avLst/>
          </a:prstGeom>
          <a:solidFill>
            <a:srgbClr val="0367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106479-385D-C6FD-2709-39137C20CE48}"/>
              </a:ext>
            </a:extLst>
          </p:cNvPr>
          <p:cNvSpPr/>
          <p:nvPr/>
        </p:nvSpPr>
        <p:spPr>
          <a:xfrm>
            <a:off x="841830" y="-435789"/>
            <a:ext cx="377372" cy="377372"/>
          </a:xfrm>
          <a:prstGeom prst="rect">
            <a:avLst/>
          </a:prstGeom>
          <a:solidFill>
            <a:srgbClr val="034C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EF7CBD-2BB8-036A-70B2-B2A220CB3F2A}"/>
              </a:ext>
            </a:extLst>
          </p:cNvPr>
          <p:cNvSpPr/>
          <p:nvPr/>
        </p:nvSpPr>
        <p:spPr>
          <a:xfrm>
            <a:off x="420916" y="-435789"/>
            <a:ext cx="377372" cy="377372"/>
          </a:xfrm>
          <a:prstGeom prst="rect">
            <a:avLst/>
          </a:prstGeom>
          <a:solidFill>
            <a:srgbClr val="033E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3ED86F-1E57-DE2F-6EB3-89C0943F53BC}"/>
              </a:ext>
            </a:extLst>
          </p:cNvPr>
          <p:cNvSpPr/>
          <p:nvPr/>
        </p:nvSpPr>
        <p:spPr>
          <a:xfrm>
            <a:off x="2525486" y="-435789"/>
            <a:ext cx="377372" cy="377372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90E2CE5-0969-31F1-13AA-C76C7FD546AC}"/>
              </a:ext>
            </a:extLst>
          </p:cNvPr>
          <p:cNvSpPr/>
          <p:nvPr/>
        </p:nvSpPr>
        <p:spPr>
          <a:xfrm>
            <a:off x="2104572" y="-434315"/>
            <a:ext cx="377372" cy="377372"/>
          </a:xfrm>
          <a:prstGeom prst="rect">
            <a:avLst/>
          </a:prstGeom>
          <a:solidFill>
            <a:srgbClr val="F2A51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D49E67-D59A-6D06-1B7C-A99F60761CAA}"/>
              </a:ext>
            </a:extLst>
          </p:cNvPr>
          <p:cNvSpPr/>
          <p:nvPr/>
        </p:nvSpPr>
        <p:spPr>
          <a:xfrm>
            <a:off x="1683658" y="-434315"/>
            <a:ext cx="377372" cy="377372"/>
          </a:xfrm>
          <a:prstGeom prst="rect">
            <a:avLst/>
          </a:prstGeom>
          <a:solidFill>
            <a:srgbClr val="F2BF2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7D67DA-8B35-427E-A6FD-8DBD101026FC}"/>
              </a:ext>
            </a:extLst>
          </p:cNvPr>
          <p:cNvSpPr/>
          <p:nvPr/>
        </p:nvSpPr>
        <p:spPr>
          <a:xfrm>
            <a:off x="0" y="-434315"/>
            <a:ext cx="377372" cy="377372"/>
          </a:xfrm>
          <a:prstGeom prst="rect">
            <a:avLst/>
          </a:prstGeom>
          <a:solidFill>
            <a:srgbClr val="000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A423E13-8E08-0F8C-E482-6F9D05CB9F55}"/>
              </a:ext>
            </a:extLst>
          </p:cNvPr>
          <p:cNvGrpSpPr/>
          <p:nvPr/>
        </p:nvGrpSpPr>
        <p:grpSpPr>
          <a:xfrm>
            <a:off x="0" y="6642613"/>
            <a:ext cx="12192000" cy="215387"/>
            <a:chOff x="0" y="6464800"/>
            <a:chExt cx="12192000" cy="21538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E4B12E3-B991-7147-5AE5-B7D8DD728B2E}"/>
                </a:ext>
              </a:extLst>
            </p:cNvPr>
            <p:cNvSpPr/>
            <p:nvPr/>
          </p:nvSpPr>
          <p:spPr>
            <a:xfrm>
              <a:off x="0" y="6500466"/>
              <a:ext cx="12192000" cy="7200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F94ACB2C-0551-938A-97B9-A9F2C4D838B7}"/>
                </a:ext>
              </a:extLst>
            </p:cNvPr>
            <p:cNvSpPr/>
            <p:nvPr/>
          </p:nvSpPr>
          <p:spPr>
            <a:xfrm>
              <a:off x="0" y="6464800"/>
              <a:ext cx="12192000" cy="3600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1BB72F72-6C9D-DED7-AE87-3D1500432B97}"/>
                </a:ext>
              </a:extLst>
            </p:cNvPr>
            <p:cNvSpPr/>
            <p:nvPr/>
          </p:nvSpPr>
          <p:spPr>
            <a:xfrm>
              <a:off x="0" y="6572466"/>
              <a:ext cx="12192000" cy="107721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12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005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5042D-0A54-C479-B20E-5ABA436276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Disciplina: POO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C1E1A5-3FE0-37E1-E3F7-B7F98B79E0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Aula: História da Programação Orientada a Objetos (POO) </a:t>
            </a:r>
          </a:p>
        </p:txBody>
      </p:sp>
    </p:spTree>
    <p:extLst>
      <p:ext uri="{BB962C8B-B14F-4D97-AF65-F5344CB8AC3E}">
        <p14:creationId xmlns:p14="http://schemas.microsoft.com/office/powerpoint/2010/main" val="132685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AFAF5-5C80-9EBA-267A-994D7781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HISTÓRIA DA PROGRAMAÇÃO ORIENTADA A OBJETOS (POO)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CD340AA0-AEE0-C5F9-7949-EBB508E530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5578801"/>
              </p:ext>
            </p:extLst>
          </p:nvPr>
        </p:nvGraphicFramePr>
        <p:xfrm>
          <a:off x="983410" y="1825625"/>
          <a:ext cx="1037039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543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F94C3-DFBF-1DED-9A6B-80BF77D55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EXISTIA ANTES DA POO?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18A704C6-8DD7-0242-F729-18978CBFE2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15225"/>
              </p:ext>
            </p:extLst>
          </p:nvPr>
        </p:nvGraphicFramePr>
        <p:xfrm>
          <a:off x="983410" y="1825625"/>
          <a:ext cx="1037039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0354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034D8-C074-21AE-C615-862A0D3D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QUE LEVOU AO SURGIMENTO DA POO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CB47B2E8-9CA3-836B-73B8-AC60EBEE18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503938"/>
              </p:ext>
            </p:extLst>
          </p:nvPr>
        </p:nvGraphicFramePr>
        <p:xfrm>
          <a:off x="983410" y="1825625"/>
          <a:ext cx="1037039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251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9633C-25D0-C93E-83BE-895ED64A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36550"/>
            <a:ext cx="10370389" cy="1325563"/>
          </a:xfrm>
        </p:spPr>
        <p:txBody>
          <a:bodyPr/>
          <a:lstStyle/>
          <a:p>
            <a:r>
              <a:rPr lang="pt-BR" dirty="0"/>
              <a:t>O SURGIMENTO DA PROGRAMAÇÃO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995C4F-3A47-9098-DE56-105A18E84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Em meados de 1962, no Centro Norueguês de Computação da Universidade de Oslo. </a:t>
            </a:r>
          </a:p>
          <a:p>
            <a:r>
              <a:rPr lang="pt-BR" dirty="0"/>
              <a:t>Os pesquisadores:</a:t>
            </a:r>
          </a:p>
          <a:p>
            <a:pPr lvl="1"/>
            <a:r>
              <a:rPr lang="pt-BR" dirty="0"/>
              <a:t>Kristen </a:t>
            </a:r>
            <a:r>
              <a:rPr lang="pt-BR" dirty="0" err="1"/>
              <a:t>Nygaard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Ole-Johan Dahl </a:t>
            </a:r>
          </a:p>
          <a:p>
            <a:r>
              <a:rPr lang="pt-BR" dirty="0"/>
              <a:t>Receberam o desafio de criar uma linguagem para simulação de eventos discretos. </a:t>
            </a:r>
          </a:p>
          <a:p>
            <a:r>
              <a:rPr lang="pt-BR" dirty="0"/>
              <a:t>Essa linguagem foi chamada de:</a:t>
            </a:r>
          </a:p>
          <a:p>
            <a:pPr lvl="1"/>
            <a:r>
              <a:rPr lang="pt-BR" dirty="0"/>
              <a:t>SIMULA </a:t>
            </a:r>
          </a:p>
          <a:p>
            <a:pPr lvl="1"/>
            <a:r>
              <a:rPr lang="pt-BR" dirty="0"/>
              <a:t>depois SIMULA I </a:t>
            </a:r>
          </a:p>
          <a:p>
            <a:pPr lvl="1"/>
            <a:r>
              <a:rPr lang="pt-BR" dirty="0"/>
              <a:t>posteriormente SIMULA 67 </a:t>
            </a:r>
          </a:p>
          <a:p>
            <a:pPr lvl="2"/>
            <a:r>
              <a:rPr lang="pt-BR" dirty="0"/>
              <a:t>A linguagem SIMULA 67 é considerada a primeira linguagem orientada a objetos da história.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5007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794E6-7F30-A8C1-7B7C-FA5C1764A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GRANDE IDEIA DA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B3EDB0-55E5-5E48-359E-D7E47A850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 principal ideia da POO era simples:</a:t>
            </a:r>
          </a:p>
          <a:p>
            <a:r>
              <a:rPr lang="pt-BR" dirty="0"/>
              <a:t>“Representar elementos do mundo real dentro do software.”</a:t>
            </a:r>
          </a:p>
          <a:p>
            <a:r>
              <a:rPr lang="pt-BR" dirty="0"/>
              <a:t>Por exemplo: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>
              <a:buNone/>
            </a:pPr>
            <a:r>
              <a:rPr lang="pt-BR" dirty="0"/>
              <a:t>Cada objeto teria:</a:t>
            </a:r>
          </a:p>
          <a:p>
            <a:r>
              <a:rPr lang="pt-BR" dirty="0"/>
              <a:t>Características (atributos); </a:t>
            </a:r>
          </a:p>
          <a:p>
            <a:r>
              <a:rPr lang="pt-BR" dirty="0"/>
              <a:t>Ações (métodos); </a:t>
            </a:r>
          </a:p>
          <a:p>
            <a:r>
              <a:rPr lang="pt-BR" dirty="0"/>
              <a:t>Identidade própria. </a:t>
            </a:r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176367D-A1F3-0F9E-984E-8A01F7986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785" y="2911603"/>
            <a:ext cx="5220429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77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00FF0-0C5C-293C-96A0-B476B814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FUNDAMENTAIS DA POO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9A75D1CD-5263-264A-F118-BCB81E8243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525338"/>
              </p:ext>
            </p:extLst>
          </p:nvPr>
        </p:nvGraphicFramePr>
        <p:xfrm>
          <a:off x="2901530" y="1330325"/>
          <a:ext cx="6388940" cy="5162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686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4275D-6AEA-FEFC-7A05-21641D80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PILARES DA POO</a:t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7B05DE1F-2556-BDC4-BC6F-46AC64A5F7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393246"/>
              </p:ext>
            </p:extLst>
          </p:nvPr>
        </p:nvGraphicFramePr>
        <p:xfrm>
          <a:off x="2258593" y="1825625"/>
          <a:ext cx="767481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809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8514D-DFB2-B4F2-E7CE-5111A1C9C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DIFERENÇA ENTRE PROGRAMAÇÃO ESTRUTURADA E POO</a:t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11" name="Espaço Reservado para Conteúdo 10">
            <a:extLst>
              <a:ext uri="{FF2B5EF4-FFF2-40B4-BE49-F238E27FC236}">
                <a16:creationId xmlns:a16="http://schemas.microsoft.com/office/drawing/2014/main" id="{EF473DAB-DF92-EB23-494C-504CBCF16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37954"/>
              </p:ext>
            </p:extLst>
          </p:nvPr>
        </p:nvGraphicFramePr>
        <p:xfrm>
          <a:off x="982663" y="1825625"/>
          <a:ext cx="1037113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5568">
                  <a:extLst>
                    <a:ext uri="{9D8B030D-6E8A-4147-A177-3AD203B41FA5}">
                      <a16:colId xmlns:a16="http://schemas.microsoft.com/office/drawing/2014/main" val="1510307796"/>
                    </a:ext>
                  </a:extLst>
                </a:gridCol>
                <a:gridCol w="5185568">
                  <a:extLst>
                    <a:ext uri="{9D8B030D-6E8A-4147-A177-3AD203B41FA5}">
                      <a16:colId xmlns:a16="http://schemas.microsoft.com/office/drawing/2014/main" val="3319213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Programação Estruturada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Programação Orientada a Objetos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813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Baseada em funções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Baseada em objetos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210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Dados globais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Dados encapsulados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651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Procedural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Modelagem do mundo real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989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Menor reutilização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Alta reutilização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557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Mais rápida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Mais organizada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5672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Difícil manutenção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Fácil manutenção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353050"/>
                  </a:ext>
                </a:extLst>
              </a:tr>
            </a:tbl>
          </a:graphicData>
        </a:graphic>
      </p:graphicFrame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402F2CD9-4199-546C-111E-D4C1619B9C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6048016"/>
              </p:ext>
            </p:extLst>
          </p:nvPr>
        </p:nvGraphicFramePr>
        <p:xfrm>
          <a:off x="1195387" y="4848136"/>
          <a:ext cx="10158412" cy="1400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5718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F9097-398B-377B-0088-41419583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EVOLUÇÃO DAS LINGUAGENS ORIENTADAS A OBJETOS</a:t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CC56978B-FCC3-74E9-1DF6-21E6E0091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7374821"/>
              </p:ext>
            </p:extLst>
          </p:nvPr>
        </p:nvGraphicFramePr>
        <p:xfrm>
          <a:off x="983410" y="1825625"/>
          <a:ext cx="1037039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6059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A0CF0-DFEC-C921-8222-7D01A91C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A POO DOMINOU O MERCADO?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73190C-DF5E-E9CE-39A9-3CB07EBE8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POO se tornou dominante porque oferece:</a:t>
            </a:r>
          </a:p>
          <a:p>
            <a:pPr lvl="1"/>
            <a:r>
              <a:rPr lang="pt-BR" dirty="0"/>
              <a:t>Reutilização de código; </a:t>
            </a:r>
          </a:p>
          <a:p>
            <a:pPr lvl="1"/>
            <a:r>
              <a:rPr lang="pt-BR" dirty="0"/>
              <a:t>Facilidade de manutenção; </a:t>
            </a:r>
          </a:p>
          <a:p>
            <a:pPr lvl="1"/>
            <a:r>
              <a:rPr lang="pt-BR" dirty="0"/>
              <a:t>Modularidade; </a:t>
            </a:r>
          </a:p>
          <a:p>
            <a:pPr lvl="1"/>
            <a:r>
              <a:rPr lang="pt-BR" dirty="0"/>
              <a:t>Melhor organização; </a:t>
            </a:r>
          </a:p>
          <a:p>
            <a:pPr lvl="1"/>
            <a:r>
              <a:rPr lang="pt-BR" dirty="0"/>
              <a:t>Maior escalabilidade; </a:t>
            </a:r>
          </a:p>
          <a:p>
            <a:pPr lvl="1"/>
            <a:r>
              <a:rPr lang="pt-BR" dirty="0"/>
              <a:t>Facilidade para trabalho em equipe. </a:t>
            </a:r>
          </a:p>
          <a:p>
            <a:r>
              <a:rPr lang="pt-BR" b="1" dirty="0">
                <a:solidFill>
                  <a:srgbClr val="FF0000"/>
                </a:solidFill>
              </a:rPr>
              <a:t>Além disso, o avanço do hardware reduziu o impacto da perda de desempenho causada pela complexidade da orientação a objetos.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6989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08443-03F0-A79C-BAC9-28332D9E7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POO atualmente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ED23E0-280E-351B-F913-7C11ABE35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Hoje a POO está presente em:</a:t>
            </a:r>
          </a:p>
          <a:p>
            <a:pPr lvl="1"/>
            <a:r>
              <a:rPr lang="pt-BR" dirty="0"/>
              <a:t>Sistemas web; </a:t>
            </a:r>
          </a:p>
          <a:p>
            <a:pPr lvl="1"/>
            <a:r>
              <a:rPr lang="pt-BR" dirty="0"/>
              <a:t>Aplicativos mobile; </a:t>
            </a:r>
          </a:p>
          <a:p>
            <a:pPr lvl="1"/>
            <a:r>
              <a:rPr lang="pt-BR" dirty="0"/>
              <a:t>Jogos; </a:t>
            </a:r>
          </a:p>
          <a:p>
            <a:pPr lvl="1"/>
            <a:r>
              <a:rPr lang="pt-BR" dirty="0"/>
              <a:t>Sistemas bancários; </a:t>
            </a:r>
          </a:p>
          <a:p>
            <a:pPr lvl="1"/>
            <a:r>
              <a:rPr lang="pt-BR" dirty="0"/>
              <a:t>Inteligência artificial; </a:t>
            </a:r>
          </a:p>
          <a:p>
            <a:pPr lvl="1"/>
            <a:r>
              <a:rPr lang="pt-BR" dirty="0"/>
              <a:t>Internet das coisas (</a:t>
            </a:r>
            <a:r>
              <a:rPr lang="pt-BR" dirty="0" err="1"/>
              <a:t>iot</a:t>
            </a:r>
            <a:r>
              <a:rPr lang="pt-BR" dirty="0"/>
              <a:t>); </a:t>
            </a:r>
          </a:p>
          <a:p>
            <a:pPr lvl="1"/>
            <a:r>
              <a:rPr lang="pt-BR" dirty="0"/>
              <a:t>Apis e microsserviços. </a:t>
            </a:r>
          </a:p>
          <a:p>
            <a:pPr lvl="1"/>
            <a:r>
              <a:rPr lang="pt-BR" dirty="0"/>
              <a:t>Linguagens como </a:t>
            </a:r>
            <a:r>
              <a:rPr lang="pt-BR" dirty="0" err="1"/>
              <a:t>java</a:t>
            </a:r>
            <a:r>
              <a:rPr lang="pt-BR" dirty="0"/>
              <a:t> e </a:t>
            </a:r>
            <a:r>
              <a:rPr lang="pt-BR" dirty="0" err="1"/>
              <a:t>c#</a:t>
            </a:r>
            <a:r>
              <a:rPr lang="pt-BR" dirty="0"/>
              <a:t> continuam extremamente fortes no mercado corporativo.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3642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7E185-F3CC-8B99-504A-77754AC8F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FUTURO DA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C9A79C-0B88-D1ED-8FE0-F337E27BD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Embora a POO continue extremamente relevante, o desenvolvimento moderno está se tornando cada vez mais híbrido.</a:t>
            </a:r>
          </a:p>
          <a:p>
            <a:r>
              <a:rPr lang="pt-BR" b="1" dirty="0"/>
              <a:t>Tendências atuais</a:t>
            </a:r>
          </a:p>
          <a:p>
            <a:r>
              <a:rPr lang="pt-BR" b="1" dirty="0" err="1"/>
              <a:t>Multiparadigma</a:t>
            </a:r>
            <a:endParaRPr lang="pt-BR" b="1" dirty="0"/>
          </a:p>
          <a:p>
            <a:r>
              <a:rPr lang="pt-BR" dirty="0"/>
              <a:t>Linguagens modernas misturam:</a:t>
            </a:r>
          </a:p>
          <a:p>
            <a:pPr lvl="1"/>
            <a:r>
              <a:rPr lang="pt-BR" dirty="0"/>
              <a:t>POO </a:t>
            </a:r>
          </a:p>
          <a:p>
            <a:pPr lvl="1"/>
            <a:r>
              <a:rPr lang="pt-BR" dirty="0"/>
              <a:t>Programação funcional </a:t>
            </a:r>
          </a:p>
          <a:p>
            <a:pPr lvl="1"/>
            <a:r>
              <a:rPr lang="pt-BR" dirty="0"/>
              <a:t>Programação reativa </a:t>
            </a:r>
          </a:p>
          <a:p>
            <a:pPr lvl="1"/>
            <a:r>
              <a:rPr lang="pt-BR" dirty="0"/>
              <a:t>Programação concorrente </a:t>
            </a:r>
          </a:p>
          <a:p>
            <a:r>
              <a:rPr lang="pt-BR" dirty="0"/>
              <a:t>Exemplo:</a:t>
            </a:r>
            <a:br>
              <a:rPr lang="pt-BR" dirty="0"/>
            </a:br>
            <a:r>
              <a:rPr lang="pt-BR" dirty="0"/>
              <a:t>Python, </a:t>
            </a:r>
            <a:r>
              <a:rPr lang="pt-BR" dirty="0" err="1"/>
              <a:t>Kotlin</a:t>
            </a:r>
            <a:r>
              <a:rPr lang="pt-BR" dirty="0"/>
              <a:t> e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8867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90667-64F9-D6DC-07B6-CF807025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MICROSSERVIÇOS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60169-7745-0B56-EB73-0D22A9F80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sistemas modernos são divididos em pequenos serviços independentes.</a:t>
            </a:r>
          </a:p>
          <a:p>
            <a:r>
              <a:rPr lang="pt-BR" dirty="0"/>
              <a:t>A POO continua importante na organização interna desses serviços.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2139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2DBA9-2948-D7E0-6C9F-7BCD2DA3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DISCUSSÃO EM SALA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156DFC-6DB9-4E63-A199-C40999D12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A programação estruturada ainda possui espaço atualmente?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 POO realmente facilita sistemas grandes?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Linguagens modernas deveriam continuar utilizando POO?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 Inteligência Artificial poderá mudar os paradigmas de programação?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Existe possibilidade de um novo paradigma substituir totalmente a POO?</a:t>
            </a:r>
          </a:p>
        </p:txBody>
      </p:sp>
    </p:spTree>
    <p:extLst>
      <p:ext uri="{BB962C8B-B14F-4D97-AF65-F5344CB8AC3E}">
        <p14:creationId xmlns:p14="http://schemas.microsoft.com/office/powerpoint/2010/main" val="1920008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805D8-E478-EDFE-2661-F49FC76D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4C2A6A-554D-3F0E-5C5F-47BD960C5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 dirty="0"/>
              <a:t>Debate em grupo</a:t>
            </a:r>
          </a:p>
          <a:p>
            <a:r>
              <a:rPr lang="pt-BR" dirty="0"/>
              <a:t>Dividir a turma em 2 grupos:</a:t>
            </a:r>
          </a:p>
          <a:p>
            <a:r>
              <a:rPr lang="pt-BR" b="1" dirty="0"/>
              <a:t>Grupo A</a:t>
            </a:r>
          </a:p>
          <a:p>
            <a:r>
              <a:rPr lang="pt-BR" dirty="0"/>
              <a:t>Defender a Programação Estruturada.</a:t>
            </a:r>
          </a:p>
          <a:p>
            <a:r>
              <a:rPr lang="pt-BR" b="1" dirty="0"/>
              <a:t>Grupo B</a:t>
            </a:r>
          </a:p>
          <a:p>
            <a:r>
              <a:rPr lang="pt-BR" dirty="0"/>
              <a:t>Defender a Programação Orientada a Objetos.</a:t>
            </a:r>
          </a:p>
          <a:p>
            <a:r>
              <a:rPr lang="pt-BR" dirty="0"/>
              <a:t>Cada grupo deverá apresentar:</a:t>
            </a:r>
          </a:p>
          <a:p>
            <a:r>
              <a:rPr lang="pt-BR" dirty="0"/>
              <a:t>vantagens; </a:t>
            </a:r>
          </a:p>
          <a:p>
            <a:r>
              <a:rPr lang="pt-BR" dirty="0"/>
              <a:t>desvantagens; </a:t>
            </a:r>
          </a:p>
          <a:p>
            <a:r>
              <a:rPr lang="pt-BR" dirty="0"/>
              <a:t>aplicações modernas; </a:t>
            </a:r>
          </a:p>
          <a:p>
            <a:r>
              <a:rPr lang="pt-BR" dirty="0"/>
              <a:t>exemplos reais.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56666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_Aems_2026_v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_Aems_2026_v1" id="{31D861D1-C375-4C3D-9E26-2064B5AFDB1D}" vid="{B7592932-0B5C-45F7-B648-5DAF937066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Tema_Aems_2026_v1</Template>
  <TotalTime>121</TotalTime>
  <Words>859</Words>
  <Application>Microsoft Office PowerPoint</Application>
  <PresentationFormat>Widescreen</PresentationFormat>
  <Paragraphs>174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Aptos</vt:lpstr>
      <vt:lpstr>Arial</vt:lpstr>
      <vt:lpstr>Tema_Aems_2026_v1</vt:lpstr>
      <vt:lpstr>Disciplina: POO</vt:lpstr>
      <vt:lpstr>HISTÓRIA DA PROGRAMAÇÃO ORIENTADA A OBJETOS (POO)</vt:lpstr>
      <vt:lpstr>O QUE EXISTIA ANTES DA POO?</vt:lpstr>
      <vt:lpstr>O PROBLEMA QUE LEVOU AO SURGIMENTO DA POO</vt:lpstr>
      <vt:lpstr>O SURGIMENTO DA PROGRAMAÇÃO ORIENTADA A OBJETOS</vt:lpstr>
      <vt:lpstr>A GRANDE IDEIA DA POO</vt:lpstr>
      <vt:lpstr>CONCEITOS FUNDAMENTAIS DA POO</vt:lpstr>
      <vt:lpstr>OS PILARES DA POO </vt:lpstr>
      <vt:lpstr>DIFERENÇA ENTRE PROGRAMAÇÃO ESTRUTURADA E POO </vt:lpstr>
      <vt:lpstr>EVOLUÇÃO DAS LINGUAGENS ORIENTADAS A OBJETOS </vt:lpstr>
      <vt:lpstr>POR QUE A POO DOMINOU O MERCADO? </vt:lpstr>
      <vt:lpstr>A POO atualmente</vt:lpstr>
      <vt:lpstr>O FUTURO DA POO</vt:lpstr>
      <vt:lpstr>MICROSSERVIÇOS</vt:lpstr>
      <vt:lpstr>DISCUSSÃO EM SALA</vt:lpstr>
      <vt:lpstr>ATIVIDADE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Vieira do Espirito Santo</dc:creator>
  <cp:lastModifiedBy>Richard Vieira do Espirito Santo</cp:lastModifiedBy>
  <cp:revision>6</cp:revision>
  <dcterms:created xsi:type="dcterms:W3CDTF">2026-02-05T19:47:57Z</dcterms:created>
  <dcterms:modified xsi:type="dcterms:W3CDTF">2026-05-12T19:54:23Z</dcterms:modified>
</cp:coreProperties>
</file>